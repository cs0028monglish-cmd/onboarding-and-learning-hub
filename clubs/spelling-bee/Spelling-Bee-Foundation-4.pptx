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9" r:id="rId7"/>
    <p:sldId id="270" r:id="rId8"/>
    <p:sldId id="281" r:id="rId9"/>
    <p:sldId id="268" r:id="rId10"/>
    <p:sldId id="260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64" r:id="rId22"/>
    <p:sldId id="266" r:id="rId23"/>
  </p:sldIdLst>
  <p:sldSz cx="18288000" cy="10287000"/>
  <p:notesSz cx="6858000" cy="9144000"/>
  <p:embeddedFontLst>
    <p:embeddedFont>
      <p:font typeface="Canva Sans" panose="020B0604020202020204" charset="0"/>
      <p:regular r:id="rId24"/>
    </p:embeddedFont>
    <p:embeddedFont>
      <p:font typeface="Modak" panose="020B0604020202020204" charset="0"/>
      <p:regular r:id="rId25"/>
    </p:embeddedFont>
    <p:embeddedFont>
      <p:font typeface="Open Sans Bold" panose="020B0604020202020204" charset="0"/>
      <p:regular r:id="rId26"/>
    </p:embeddedFont>
    <p:embeddedFont>
      <p:font typeface="Sifonn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73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12" Type="http://schemas.openxmlformats.org/officeDocument/2006/relationships/image" Target="../media/image9.sv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12" Type="http://schemas.openxmlformats.org/officeDocument/2006/relationships/image" Target="../media/image10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11" Type="http://schemas.openxmlformats.org/officeDocument/2006/relationships/image" Target="../media/image13.gif"/><Relationship Id="rId5" Type="http://schemas.openxmlformats.org/officeDocument/2006/relationships/image" Target="../media/image2.svg"/><Relationship Id="rId10" Type="http://schemas.openxmlformats.org/officeDocument/2006/relationships/image" Target="../media/image6.sv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aamboozle.com/game/2850730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pixabay.com/en/bee-bi-cartoon-honey-insect-1296273/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12" Type="http://schemas.openxmlformats.org/officeDocument/2006/relationships/image" Target="../media/image15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2.svg"/><Relationship Id="rId10" Type="http://schemas.openxmlformats.org/officeDocument/2006/relationships/image" Target="../media/image6.sv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12" Type="http://schemas.openxmlformats.org/officeDocument/2006/relationships/image" Target="../media/image18.gif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2.svg"/><Relationship Id="rId10" Type="http://schemas.openxmlformats.org/officeDocument/2006/relationships/image" Target="../media/image6.sv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1.gif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gif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gif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7.png"/><Relationship Id="rId5" Type="http://schemas.openxmlformats.org/officeDocument/2006/relationships/image" Target="../media/image4.sv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9.png"/><Relationship Id="rId5" Type="http://schemas.openxmlformats.org/officeDocument/2006/relationships/image" Target="../media/image4.sv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7.png"/><Relationship Id="rId5" Type="http://schemas.openxmlformats.org/officeDocument/2006/relationships/image" Target="../media/image4.sv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2.png"/><Relationship Id="rId5" Type="http://schemas.openxmlformats.org/officeDocument/2006/relationships/image" Target="../media/image4.svg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4.png"/><Relationship Id="rId5" Type="http://schemas.openxmlformats.org/officeDocument/2006/relationships/image" Target="../media/image4.svg"/><Relationship Id="rId10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6.png"/><Relationship Id="rId5" Type="http://schemas.openxmlformats.org/officeDocument/2006/relationships/image" Target="../media/image4.svg"/><Relationship Id="rId10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37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2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25.sv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bbujis.blogspot.com/2020/04/mi-cole-en-casa-clase-21.html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12" Type="http://schemas.openxmlformats.org/officeDocument/2006/relationships/image" Target="../media/image41.GIF"/><Relationship Id="rId2" Type="http://schemas.openxmlformats.org/officeDocument/2006/relationships/audio" Target="../media/media5.m4a"/><Relationship Id="rId16" Type="http://schemas.openxmlformats.org/officeDocument/2006/relationships/image" Target="../media/image11.png"/><Relationship Id="rId1" Type="http://schemas.microsoft.com/office/2007/relationships/media" Target="../media/media5.m4a"/><Relationship Id="rId6" Type="http://schemas.openxmlformats.org/officeDocument/2006/relationships/image" Target="../media/image3.png"/><Relationship Id="rId11" Type="http://schemas.openxmlformats.org/officeDocument/2006/relationships/image" Target="../media/image40.GIF"/><Relationship Id="rId5" Type="http://schemas.openxmlformats.org/officeDocument/2006/relationships/image" Target="../media/image2.svg"/><Relationship Id="rId15" Type="http://schemas.openxmlformats.org/officeDocument/2006/relationships/image" Target="../media/image10.png"/><Relationship Id="rId10" Type="http://schemas.openxmlformats.org/officeDocument/2006/relationships/image" Target="../media/image6.sv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42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44.svg"/><Relationship Id="rId4" Type="http://schemas.openxmlformats.org/officeDocument/2006/relationships/image" Target="../media/image3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556336" y="1441294"/>
            <a:ext cx="16546688" cy="7533369"/>
            <a:chOff x="0" y="0"/>
            <a:chExt cx="4357976" cy="19840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57975" cy="1984097"/>
            </a:xfrm>
            <a:custGeom>
              <a:avLst/>
              <a:gdLst/>
              <a:ahLst/>
              <a:cxnLst/>
              <a:rect l="l" t="t" r="r" b="b"/>
              <a:pathLst>
                <a:path w="4357975" h="1984097">
                  <a:moveTo>
                    <a:pt x="23862" y="0"/>
                  </a:moveTo>
                  <a:lnTo>
                    <a:pt x="4334113" y="0"/>
                  </a:lnTo>
                  <a:cubicBezTo>
                    <a:pt x="4347292" y="0"/>
                    <a:pt x="4357975" y="10683"/>
                    <a:pt x="4357975" y="23862"/>
                  </a:cubicBezTo>
                  <a:lnTo>
                    <a:pt x="4357975" y="1960235"/>
                  </a:lnTo>
                  <a:cubicBezTo>
                    <a:pt x="4357975" y="1966564"/>
                    <a:pt x="4355461" y="1972633"/>
                    <a:pt x="4350986" y="1977108"/>
                  </a:cubicBezTo>
                  <a:cubicBezTo>
                    <a:pt x="4346511" y="1981583"/>
                    <a:pt x="4340442" y="1984097"/>
                    <a:pt x="4334113" y="1984097"/>
                  </a:cubicBezTo>
                  <a:lnTo>
                    <a:pt x="23862" y="1984097"/>
                  </a:lnTo>
                  <a:cubicBezTo>
                    <a:pt x="10683" y="1984097"/>
                    <a:pt x="0" y="1973414"/>
                    <a:pt x="0" y="1960235"/>
                  </a:cubicBezTo>
                  <a:lnTo>
                    <a:pt x="0" y="23862"/>
                  </a:lnTo>
                  <a:cubicBezTo>
                    <a:pt x="0" y="17533"/>
                    <a:pt x="2514" y="11464"/>
                    <a:pt x="6989" y="6989"/>
                  </a:cubicBezTo>
                  <a:cubicBezTo>
                    <a:pt x="11464" y="2514"/>
                    <a:pt x="17533" y="0"/>
                    <a:pt x="23862" y="0"/>
                  </a:cubicBezTo>
                  <a:close/>
                </a:path>
              </a:pathLst>
            </a:custGeom>
            <a:solidFill>
              <a:srgbClr val="E59405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357976" cy="2022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138300" y="2117637"/>
            <a:ext cx="16485746" cy="6404930"/>
            <a:chOff x="0" y="0"/>
            <a:chExt cx="4341925" cy="16868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41925" cy="1686895"/>
            </a:xfrm>
            <a:custGeom>
              <a:avLst/>
              <a:gdLst/>
              <a:ahLst/>
              <a:cxnLst/>
              <a:rect l="l" t="t" r="r" b="b"/>
              <a:pathLst>
                <a:path w="4341925" h="1686895">
                  <a:moveTo>
                    <a:pt x="23950" y="0"/>
                  </a:moveTo>
                  <a:lnTo>
                    <a:pt x="4317975" y="0"/>
                  </a:lnTo>
                  <a:cubicBezTo>
                    <a:pt x="4324327" y="0"/>
                    <a:pt x="4330419" y="2523"/>
                    <a:pt x="4334910" y="7015"/>
                  </a:cubicBezTo>
                  <a:cubicBezTo>
                    <a:pt x="4339401" y="11506"/>
                    <a:pt x="4341925" y="17598"/>
                    <a:pt x="4341925" y="23950"/>
                  </a:cubicBezTo>
                  <a:lnTo>
                    <a:pt x="4341925" y="1662945"/>
                  </a:lnTo>
                  <a:cubicBezTo>
                    <a:pt x="4341925" y="1669297"/>
                    <a:pt x="4339401" y="1675389"/>
                    <a:pt x="4334910" y="1679880"/>
                  </a:cubicBezTo>
                  <a:cubicBezTo>
                    <a:pt x="4330419" y="1684372"/>
                    <a:pt x="4324327" y="1686895"/>
                    <a:pt x="4317975" y="1686895"/>
                  </a:cubicBezTo>
                  <a:lnTo>
                    <a:pt x="23950" y="1686895"/>
                  </a:lnTo>
                  <a:cubicBezTo>
                    <a:pt x="17598" y="1686895"/>
                    <a:pt x="11506" y="1684372"/>
                    <a:pt x="7015" y="1679880"/>
                  </a:cubicBezTo>
                  <a:cubicBezTo>
                    <a:pt x="2523" y="1675389"/>
                    <a:pt x="0" y="1669297"/>
                    <a:pt x="0" y="1662945"/>
                  </a:cubicBezTo>
                  <a:lnTo>
                    <a:pt x="0" y="23950"/>
                  </a:lnTo>
                  <a:cubicBezTo>
                    <a:pt x="0" y="17598"/>
                    <a:pt x="2523" y="11506"/>
                    <a:pt x="7015" y="7015"/>
                  </a:cubicBezTo>
                  <a:cubicBezTo>
                    <a:pt x="11506" y="2523"/>
                    <a:pt x="17598" y="0"/>
                    <a:pt x="2395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341925" cy="1724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138300" y="2633466"/>
            <a:ext cx="2586903" cy="927897"/>
            <a:chOff x="0" y="0"/>
            <a:chExt cx="681324" cy="2443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1324" cy="244384"/>
            </a:xfrm>
            <a:custGeom>
              <a:avLst/>
              <a:gdLst/>
              <a:ahLst/>
              <a:cxnLst/>
              <a:rect l="l" t="t" r="r" b="b"/>
              <a:pathLst>
                <a:path w="681324" h="244384">
                  <a:moveTo>
                    <a:pt x="122192" y="0"/>
                  </a:moveTo>
                  <a:lnTo>
                    <a:pt x="559132" y="0"/>
                  </a:lnTo>
                  <a:cubicBezTo>
                    <a:pt x="591539" y="0"/>
                    <a:pt x="622619" y="12874"/>
                    <a:pt x="645535" y="35789"/>
                  </a:cubicBezTo>
                  <a:cubicBezTo>
                    <a:pt x="668450" y="58705"/>
                    <a:pt x="681324" y="89785"/>
                    <a:pt x="681324" y="122192"/>
                  </a:cubicBezTo>
                  <a:lnTo>
                    <a:pt x="681324" y="122192"/>
                  </a:lnTo>
                  <a:cubicBezTo>
                    <a:pt x="681324" y="189677"/>
                    <a:pt x="626617" y="244384"/>
                    <a:pt x="559132" y="244384"/>
                  </a:cubicBezTo>
                  <a:lnTo>
                    <a:pt x="122192" y="244384"/>
                  </a:lnTo>
                  <a:cubicBezTo>
                    <a:pt x="89785" y="244384"/>
                    <a:pt x="58705" y="231511"/>
                    <a:pt x="35789" y="208595"/>
                  </a:cubicBezTo>
                  <a:cubicBezTo>
                    <a:pt x="12874" y="185680"/>
                    <a:pt x="0" y="154600"/>
                    <a:pt x="0" y="122192"/>
                  </a:cubicBezTo>
                  <a:lnTo>
                    <a:pt x="0" y="122192"/>
                  </a:lnTo>
                  <a:cubicBezTo>
                    <a:pt x="0" y="89785"/>
                    <a:pt x="12874" y="58705"/>
                    <a:pt x="35789" y="35789"/>
                  </a:cubicBezTo>
                  <a:cubicBezTo>
                    <a:pt x="58705" y="12874"/>
                    <a:pt x="89785" y="0"/>
                    <a:pt x="122192" y="0"/>
                  </a:cubicBezTo>
                  <a:close/>
                </a:path>
              </a:pathLst>
            </a:custGeom>
            <a:solidFill>
              <a:srgbClr val="E59405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81324" cy="2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138300" y="4090325"/>
            <a:ext cx="2586903" cy="927897"/>
            <a:chOff x="0" y="0"/>
            <a:chExt cx="681324" cy="2443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1324" cy="244384"/>
            </a:xfrm>
            <a:custGeom>
              <a:avLst/>
              <a:gdLst/>
              <a:ahLst/>
              <a:cxnLst/>
              <a:rect l="l" t="t" r="r" b="b"/>
              <a:pathLst>
                <a:path w="681324" h="244384">
                  <a:moveTo>
                    <a:pt x="122192" y="0"/>
                  </a:moveTo>
                  <a:lnTo>
                    <a:pt x="559132" y="0"/>
                  </a:lnTo>
                  <a:cubicBezTo>
                    <a:pt x="591539" y="0"/>
                    <a:pt x="622619" y="12874"/>
                    <a:pt x="645535" y="35789"/>
                  </a:cubicBezTo>
                  <a:cubicBezTo>
                    <a:pt x="668450" y="58705"/>
                    <a:pt x="681324" y="89785"/>
                    <a:pt x="681324" y="122192"/>
                  </a:cubicBezTo>
                  <a:lnTo>
                    <a:pt x="681324" y="122192"/>
                  </a:lnTo>
                  <a:cubicBezTo>
                    <a:pt x="681324" y="189677"/>
                    <a:pt x="626617" y="244384"/>
                    <a:pt x="559132" y="244384"/>
                  </a:cubicBezTo>
                  <a:lnTo>
                    <a:pt x="122192" y="244384"/>
                  </a:lnTo>
                  <a:cubicBezTo>
                    <a:pt x="89785" y="244384"/>
                    <a:pt x="58705" y="231511"/>
                    <a:pt x="35789" y="208595"/>
                  </a:cubicBezTo>
                  <a:cubicBezTo>
                    <a:pt x="12874" y="185680"/>
                    <a:pt x="0" y="154600"/>
                    <a:pt x="0" y="122192"/>
                  </a:cubicBezTo>
                  <a:lnTo>
                    <a:pt x="0" y="122192"/>
                  </a:lnTo>
                  <a:cubicBezTo>
                    <a:pt x="0" y="89785"/>
                    <a:pt x="12874" y="58705"/>
                    <a:pt x="35789" y="35789"/>
                  </a:cubicBezTo>
                  <a:cubicBezTo>
                    <a:pt x="58705" y="12874"/>
                    <a:pt x="89785" y="0"/>
                    <a:pt x="122192" y="0"/>
                  </a:cubicBezTo>
                  <a:close/>
                </a:path>
              </a:pathLst>
            </a:custGeom>
            <a:solidFill>
              <a:srgbClr val="E59405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81324" cy="2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1138300" y="5547183"/>
            <a:ext cx="2586903" cy="927897"/>
            <a:chOff x="0" y="0"/>
            <a:chExt cx="681324" cy="2443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1324" cy="244384"/>
            </a:xfrm>
            <a:custGeom>
              <a:avLst/>
              <a:gdLst/>
              <a:ahLst/>
              <a:cxnLst/>
              <a:rect l="l" t="t" r="r" b="b"/>
              <a:pathLst>
                <a:path w="681324" h="244384">
                  <a:moveTo>
                    <a:pt x="122192" y="0"/>
                  </a:moveTo>
                  <a:lnTo>
                    <a:pt x="559132" y="0"/>
                  </a:lnTo>
                  <a:cubicBezTo>
                    <a:pt x="591539" y="0"/>
                    <a:pt x="622619" y="12874"/>
                    <a:pt x="645535" y="35789"/>
                  </a:cubicBezTo>
                  <a:cubicBezTo>
                    <a:pt x="668450" y="58705"/>
                    <a:pt x="681324" y="89785"/>
                    <a:pt x="681324" y="122192"/>
                  </a:cubicBezTo>
                  <a:lnTo>
                    <a:pt x="681324" y="122192"/>
                  </a:lnTo>
                  <a:cubicBezTo>
                    <a:pt x="681324" y="189677"/>
                    <a:pt x="626617" y="244384"/>
                    <a:pt x="559132" y="244384"/>
                  </a:cubicBezTo>
                  <a:lnTo>
                    <a:pt x="122192" y="244384"/>
                  </a:lnTo>
                  <a:cubicBezTo>
                    <a:pt x="89785" y="244384"/>
                    <a:pt x="58705" y="231511"/>
                    <a:pt x="35789" y="208595"/>
                  </a:cubicBezTo>
                  <a:cubicBezTo>
                    <a:pt x="12874" y="185680"/>
                    <a:pt x="0" y="154600"/>
                    <a:pt x="0" y="122192"/>
                  </a:cubicBezTo>
                  <a:lnTo>
                    <a:pt x="0" y="122192"/>
                  </a:lnTo>
                  <a:cubicBezTo>
                    <a:pt x="0" y="89785"/>
                    <a:pt x="12874" y="58705"/>
                    <a:pt x="35789" y="35789"/>
                  </a:cubicBezTo>
                  <a:cubicBezTo>
                    <a:pt x="58705" y="12874"/>
                    <a:pt x="89785" y="0"/>
                    <a:pt x="122192" y="0"/>
                  </a:cubicBezTo>
                  <a:close/>
                </a:path>
              </a:pathLst>
            </a:custGeom>
            <a:solidFill>
              <a:srgbClr val="E59405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81324" cy="2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1138300" y="7004042"/>
            <a:ext cx="2586903" cy="927897"/>
            <a:chOff x="0" y="0"/>
            <a:chExt cx="681324" cy="2443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1324" cy="244384"/>
            </a:xfrm>
            <a:custGeom>
              <a:avLst/>
              <a:gdLst/>
              <a:ahLst/>
              <a:cxnLst/>
              <a:rect l="l" t="t" r="r" b="b"/>
              <a:pathLst>
                <a:path w="681324" h="244384">
                  <a:moveTo>
                    <a:pt x="122192" y="0"/>
                  </a:moveTo>
                  <a:lnTo>
                    <a:pt x="559132" y="0"/>
                  </a:lnTo>
                  <a:cubicBezTo>
                    <a:pt x="591539" y="0"/>
                    <a:pt x="622619" y="12874"/>
                    <a:pt x="645535" y="35789"/>
                  </a:cubicBezTo>
                  <a:cubicBezTo>
                    <a:pt x="668450" y="58705"/>
                    <a:pt x="681324" y="89785"/>
                    <a:pt x="681324" y="122192"/>
                  </a:cubicBezTo>
                  <a:lnTo>
                    <a:pt x="681324" y="122192"/>
                  </a:lnTo>
                  <a:cubicBezTo>
                    <a:pt x="681324" y="189677"/>
                    <a:pt x="626617" y="244384"/>
                    <a:pt x="559132" y="244384"/>
                  </a:cubicBezTo>
                  <a:lnTo>
                    <a:pt x="122192" y="244384"/>
                  </a:lnTo>
                  <a:cubicBezTo>
                    <a:pt x="89785" y="244384"/>
                    <a:pt x="58705" y="231511"/>
                    <a:pt x="35789" y="208595"/>
                  </a:cubicBezTo>
                  <a:cubicBezTo>
                    <a:pt x="12874" y="185680"/>
                    <a:pt x="0" y="154600"/>
                    <a:pt x="0" y="122192"/>
                  </a:cubicBezTo>
                  <a:lnTo>
                    <a:pt x="0" y="122192"/>
                  </a:lnTo>
                  <a:cubicBezTo>
                    <a:pt x="0" y="89785"/>
                    <a:pt x="12874" y="58705"/>
                    <a:pt x="35789" y="35789"/>
                  </a:cubicBezTo>
                  <a:cubicBezTo>
                    <a:pt x="58705" y="12874"/>
                    <a:pt x="89785" y="0"/>
                    <a:pt x="122192" y="0"/>
                  </a:cubicBezTo>
                  <a:close/>
                </a:path>
              </a:pathLst>
            </a:custGeom>
            <a:solidFill>
              <a:srgbClr val="E59405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81324" cy="2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596449" y="6465167"/>
            <a:ext cx="4385930" cy="4114800"/>
          </a:xfrm>
          <a:custGeom>
            <a:avLst/>
            <a:gdLst/>
            <a:ahLst/>
            <a:cxnLst/>
            <a:rect l="l" t="t" r="r" b="b"/>
            <a:pathLst>
              <a:path w="4385930" h="4114800">
                <a:moveTo>
                  <a:pt x="0" y="0"/>
                </a:moveTo>
                <a:lnTo>
                  <a:pt x="4385930" y="0"/>
                </a:lnTo>
                <a:lnTo>
                  <a:pt x="43859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4146891" y="761600"/>
            <a:ext cx="2401111" cy="1871866"/>
            <a:chOff x="0" y="0"/>
            <a:chExt cx="3201481" cy="249582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01481" cy="2495821"/>
            </a:xfrm>
            <a:custGeom>
              <a:avLst/>
              <a:gdLst/>
              <a:ahLst/>
              <a:cxnLst/>
              <a:rect l="l" t="t" r="r" b="b"/>
              <a:pathLst>
                <a:path w="3201481" h="2495821">
                  <a:moveTo>
                    <a:pt x="0" y="0"/>
                  </a:moveTo>
                  <a:lnTo>
                    <a:pt x="3201481" y="0"/>
                  </a:lnTo>
                  <a:lnTo>
                    <a:pt x="3201481" y="2495821"/>
                  </a:lnTo>
                  <a:lnTo>
                    <a:pt x="0" y="249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grpSp>
          <p:nvGrpSpPr>
            <p:cNvPr id="32" name="Group 32"/>
            <p:cNvGrpSpPr/>
            <p:nvPr/>
          </p:nvGrpSpPr>
          <p:grpSpPr>
            <a:xfrm rot="-729950">
              <a:off x="1221448" y="911438"/>
              <a:ext cx="682143" cy="353525"/>
              <a:chOff x="0" y="0"/>
              <a:chExt cx="1607474" cy="83308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607474" cy="833084"/>
              </a:xfrm>
              <a:custGeom>
                <a:avLst/>
                <a:gdLst/>
                <a:ahLst/>
                <a:cxnLst/>
                <a:rect l="l" t="t" r="r" b="b"/>
                <a:pathLst>
                  <a:path w="1607474" h="833084">
                    <a:moveTo>
                      <a:pt x="803737" y="0"/>
                    </a:moveTo>
                    <a:cubicBezTo>
                      <a:pt x="359845" y="0"/>
                      <a:pt x="0" y="186492"/>
                      <a:pt x="0" y="416542"/>
                    </a:cubicBezTo>
                    <a:cubicBezTo>
                      <a:pt x="0" y="646592"/>
                      <a:pt x="359845" y="833084"/>
                      <a:pt x="803737" y="833084"/>
                    </a:cubicBezTo>
                    <a:cubicBezTo>
                      <a:pt x="1247629" y="833084"/>
                      <a:pt x="1607474" y="646592"/>
                      <a:pt x="1607474" y="416542"/>
                    </a:cubicBezTo>
                    <a:cubicBezTo>
                      <a:pt x="1607474" y="186492"/>
                      <a:pt x="1247629" y="0"/>
                      <a:pt x="803737" y="0"/>
                    </a:cubicBezTo>
                    <a:close/>
                  </a:path>
                </a:pathLst>
              </a:custGeom>
              <a:solidFill>
                <a:srgbClr val="FDBE01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50701" y="40002"/>
                <a:ext cx="1306073" cy="714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2297648" y="4332009"/>
            <a:ext cx="1345100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50"/>
              </a:lnSpc>
            </a:pPr>
            <a:r>
              <a:rPr lang="en-US" sz="10250" dirty="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Spelling Bee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4DEDE20A-FE3B-6E8C-41E9-EEA945A9A283}"/>
              </a:ext>
            </a:extLst>
          </p:cNvPr>
          <p:cNvSpPr txBox="1"/>
          <p:nvPr/>
        </p:nvSpPr>
        <p:spPr>
          <a:xfrm>
            <a:off x="7149778" y="6288087"/>
            <a:ext cx="39884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66331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Foundation 4</a:t>
            </a:r>
          </a:p>
        </p:txBody>
      </p:sp>
      <p:sp>
        <p:nvSpPr>
          <p:cNvPr id="37" name="Freeform 15">
            <a:extLst>
              <a:ext uri="{FF2B5EF4-FFF2-40B4-BE49-F238E27FC236}">
                <a16:creationId xmlns:a16="http://schemas.microsoft.com/office/drawing/2014/main" id="{4BD0E836-09F9-3752-7681-C0DD6786229D}"/>
              </a:ext>
            </a:extLst>
          </p:cNvPr>
          <p:cNvSpPr/>
          <p:nvPr/>
        </p:nvSpPr>
        <p:spPr>
          <a:xfrm rot="-883497">
            <a:off x="9981365" y="2355627"/>
            <a:ext cx="4734239" cy="4956542"/>
          </a:xfrm>
          <a:custGeom>
            <a:avLst/>
            <a:gdLst/>
            <a:ahLst/>
            <a:cxnLst/>
            <a:rect l="l" t="t" r="r" b="b"/>
            <a:pathLst>
              <a:path w="4734239" h="4956542">
                <a:moveTo>
                  <a:pt x="0" y="0"/>
                </a:moveTo>
                <a:lnTo>
                  <a:pt x="4734239" y="0"/>
                </a:lnTo>
                <a:lnTo>
                  <a:pt x="4734239" y="4956542"/>
                </a:lnTo>
                <a:lnTo>
                  <a:pt x="0" y="49565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pic>
        <p:nvPicPr>
          <p:cNvPr id="38" name="ElevenLabs_2024-12-11T15_02_16_Gigi_pre_s64_sb75_se0_b_m2">
            <a:hlinkClick r:id="" action="ppaction://media"/>
            <a:extLst>
              <a:ext uri="{FF2B5EF4-FFF2-40B4-BE49-F238E27FC236}">
                <a16:creationId xmlns:a16="http://schemas.microsoft.com/office/drawing/2014/main" id="{B55F3334-7364-3D67-CE7E-7FCB30BC91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8831684" y="2768806"/>
            <a:ext cx="1366176" cy="1366176"/>
          </a:xfrm>
          <a:prstGeom prst="rect">
            <a:avLst/>
          </a:prstGeom>
        </p:spPr>
      </p:pic>
      <p:pic>
        <p:nvPicPr>
          <p:cNvPr id="39" name="Picture 38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097A0371-B3C9-C419-C203-FEAD2D76F47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83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6062" y="2346177"/>
            <a:ext cx="15037424" cy="7351055"/>
            <a:chOff x="0" y="0"/>
            <a:chExt cx="4506953" cy="22285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06954" cy="2228501"/>
            </a:xfrm>
            <a:custGeom>
              <a:avLst/>
              <a:gdLst/>
              <a:ahLst/>
              <a:cxnLst/>
              <a:rect l="l" t="t" r="r" b="b"/>
              <a:pathLst>
                <a:path w="4506954" h="2228501">
                  <a:moveTo>
                    <a:pt x="0" y="0"/>
                  </a:moveTo>
                  <a:lnTo>
                    <a:pt x="4506954" y="0"/>
                  </a:lnTo>
                  <a:lnTo>
                    <a:pt x="4506954" y="2228501"/>
                  </a:lnTo>
                  <a:lnTo>
                    <a:pt x="0" y="222850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506953" cy="2266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1503921">
            <a:off x="-723078" y="1060441"/>
            <a:ext cx="2401111" cy="1871866"/>
            <a:chOff x="0" y="0"/>
            <a:chExt cx="3201481" cy="249582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01481" cy="2495821"/>
            </a:xfrm>
            <a:custGeom>
              <a:avLst/>
              <a:gdLst/>
              <a:ahLst/>
              <a:cxnLst/>
              <a:rect l="l" t="t" r="r" b="b"/>
              <a:pathLst>
                <a:path w="3201481" h="2495821">
                  <a:moveTo>
                    <a:pt x="0" y="0"/>
                  </a:moveTo>
                  <a:lnTo>
                    <a:pt x="3201481" y="0"/>
                  </a:lnTo>
                  <a:lnTo>
                    <a:pt x="3201481" y="2495821"/>
                  </a:lnTo>
                  <a:lnTo>
                    <a:pt x="0" y="249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grpSp>
          <p:nvGrpSpPr>
            <p:cNvPr id="19" name="Group 19"/>
            <p:cNvGrpSpPr/>
            <p:nvPr/>
          </p:nvGrpSpPr>
          <p:grpSpPr>
            <a:xfrm rot="-729950">
              <a:off x="1221448" y="911438"/>
              <a:ext cx="682143" cy="353525"/>
              <a:chOff x="0" y="0"/>
              <a:chExt cx="1607474" cy="83308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607474" cy="833084"/>
              </a:xfrm>
              <a:custGeom>
                <a:avLst/>
                <a:gdLst/>
                <a:ahLst/>
                <a:cxnLst/>
                <a:rect l="l" t="t" r="r" b="b"/>
                <a:pathLst>
                  <a:path w="1607474" h="833084">
                    <a:moveTo>
                      <a:pt x="803737" y="0"/>
                    </a:moveTo>
                    <a:cubicBezTo>
                      <a:pt x="359845" y="0"/>
                      <a:pt x="0" y="186492"/>
                      <a:pt x="0" y="416542"/>
                    </a:cubicBezTo>
                    <a:cubicBezTo>
                      <a:pt x="0" y="646592"/>
                      <a:pt x="359845" y="833084"/>
                      <a:pt x="803737" y="833084"/>
                    </a:cubicBezTo>
                    <a:cubicBezTo>
                      <a:pt x="1247629" y="833084"/>
                      <a:pt x="1607474" y="646592"/>
                      <a:pt x="1607474" y="416542"/>
                    </a:cubicBezTo>
                    <a:cubicBezTo>
                      <a:pt x="1607474" y="186492"/>
                      <a:pt x="1247629" y="0"/>
                      <a:pt x="803737" y="0"/>
                    </a:cubicBezTo>
                    <a:close/>
                  </a:path>
                </a:pathLst>
              </a:custGeom>
              <a:solidFill>
                <a:srgbClr val="FDBE01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50701" y="40002"/>
                <a:ext cx="1306073" cy="714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Class Rules</a:t>
            </a:r>
          </a:p>
        </p:txBody>
      </p:sp>
      <p:grpSp>
        <p:nvGrpSpPr>
          <p:cNvPr id="27" name="Group 27"/>
          <p:cNvGrpSpPr/>
          <p:nvPr/>
        </p:nvGrpSpPr>
        <p:grpSpPr>
          <a:xfrm rot="-5400000">
            <a:off x="1999691" y="7101127"/>
            <a:ext cx="1006313" cy="1238539"/>
            <a:chOff x="0" y="0"/>
            <a:chExt cx="6604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31" name="Freeform 31"/>
          <p:cNvSpPr/>
          <p:nvPr/>
        </p:nvSpPr>
        <p:spPr>
          <a:xfrm rot="10708753">
            <a:off x="-218958" y="8788464"/>
            <a:ext cx="2081598" cy="1605488"/>
          </a:xfrm>
          <a:custGeom>
            <a:avLst/>
            <a:gdLst/>
            <a:ahLst/>
            <a:cxnLst/>
            <a:rect l="l" t="t" r="r" b="b"/>
            <a:pathLst>
              <a:path w="2081598" h="1605488">
                <a:moveTo>
                  <a:pt x="0" y="0"/>
                </a:moveTo>
                <a:lnTo>
                  <a:pt x="2081598" y="0"/>
                </a:lnTo>
                <a:lnTo>
                  <a:pt x="2081598" y="1605488"/>
                </a:lnTo>
                <a:lnTo>
                  <a:pt x="0" y="1605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C336E9F-E0CF-7D18-F8D6-8C65370238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558" y="3548910"/>
            <a:ext cx="14345442" cy="5098341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 rot="-5400000">
            <a:off x="1298317" y="3318924"/>
            <a:ext cx="1006313" cy="1238539"/>
            <a:chOff x="0" y="0"/>
            <a:chExt cx="6604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36221" y="7218910"/>
            <a:ext cx="3446158" cy="3233123"/>
          </a:xfrm>
          <a:custGeom>
            <a:avLst/>
            <a:gdLst/>
            <a:ahLst/>
            <a:cxnLst/>
            <a:rect l="l" t="t" r="r" b="b"/>
            <a:pathLst>
              <a:path w="3446158" h="3233123">
                <a:moveTo>
                  <a:pt x="0" y="0"/>
                </a:moveTo>
                <a:lnTo>
                  <a:pt x="3446158" y="0"/>
                </a:lnTo>
                <a:lnTo>
                  <a:pt x="3446158" y="3233123"/>
                </a:lnTo>
                <a:lnTo>
                  <a:pt x="0" y="3233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7" name="Picture 36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508EDB50-1522-688A-6C8B-4CB323774B6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4">
            <a:extLst>
              <a:ext uri="{FF2B5EF4-FFF2-40B4-BE49-F238E27FC236}">
                <a16:creationId xmlns:a16="http://schemas.microsoft.com/office/drawing/2014/main" id="{47B8A686-83D9-87B8-B033-E4FC562C66BB}"/>
              </a:ext>
            </a:extLst>
          </p:cNvPr>
          <p:cNvGrpSpPr/>
          <p:nvPr/>
        </p:nvGrpSpPr>
        <p:grpSpPr>
          <a:xfrm>
            <a:off x="1196062" y="2346177"/>
            <a:ext cx="15037424" cy="7351055"/>
            <a:chOff x="0" y="0"/>
            <a:chExt cx="4506953" cy="222850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35D5917B-19CD-70D0-DF38-6F9862DF249E}"/>
                </a:ext>
              </a:extLst>
            </p:cNvPr>
            <p:cNvSpPr/>
            <p:nvPr/>
          </p:nvSpPr>
          <p:spPr>
            <a:xfrm>
              <a:off x="0" y="0"/>
              <a:ext cx="4506954" cy="2228501"/>
            </a:xfrm>
            <a:custGeom>
              <a:avLst/>
              <a:gdLst/>
              <a:ahLst/>
              <a:cxnLst/>
              <a:rect l="l" t="t" r="r" b="b"/>
              <a:pathLst>
                <a:path w="4506954" h="2228501">
                  <a:moveTo>
                    <a:pt x="0" y="0"/>
                  </a:moveTo>
                  <a:lnTo>
                    <a:pt x="4506954" y="0"/>
                  </a:lnTo>
                  <a:lnTo>
                    <a:pt x="4506954" y="2228501"/>
                  </a:lnTo>
                  <a:lnTo>
                    <a:pt x="0" y="222850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4DA6D9C0-20E5-B043-118B-17A92C55AB47}"/>
                </a:ext>
              </a:extLst>
            </p:cNvPr>
            <p:cNvSpPr txBox="1"/>
            <p:nvPr/>
          </p:nvSpPr>
          <p:spPr>
            <a:xfrm>
              <a:off x="0" y="-38100"/>
              <a:ext cx="4506953" cy="2266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011663" y="708309"/>
            <a:ext cx="7888274" cy="1319806"/>
            <a:chOff x="0" y="0"/>
            <a:chExt cx="2077570" cy="3476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83578" y="2218237"/>
            <a:ext cx="14144446" cy="711341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7" name="Group 17"/>
          <p:cNvGrpSpPr/>
          <p:nvPr/>
        </p:nvGrpSpPr>
        <p:grpSpPr>
          <a:xfrm rot="1503921">
            <a:off x="-723078" y="1060441"/>
            <a:ext cx="2401111" cy="1871866"/>
            <a:chOff x="0" y="0"/>
            <a:chExt cx="3201481" cy="249582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01481" cy="2495821"/>
            </a:xfrm>
            <a:custGeom>
              <a:avLst/>
              <a:gdLst/>
              <a:ahLst/>
              <a:cxnLst/>
              <a:rect l="l" t="t" r="r" b="b"/>
              <a:pathLst>
                <a:path w="3201481" h="2495821">
                  <a:moveTo>
                    <a:pt x="0" y="0"/>
                  </a:moveTo>
                  <a:lnTo>
                    <a:pt x="3201481" y="0"/>
                  </a:lnTo>
                  <a:lnTo>
                    <a:pt x="3201481" y="2495821"/>
                  </a:lnTo>
                  <a:lnTo>
                    <a:pt x="0" y="249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grpSp>
          <p:nvGrpSpPr>
            <p:cNvPr id="19" name="Group 19"/>
            <p:cNvGrpSpPr/>
            <p:nvPr/>
          </p:nvGrpSpPr>
          <p:grpSpPr>
            <a:xfrm rot="-729950">
              <a:off x="1221448" y="911438"/>
              <a:ext cx="682143" cy="353525"/>
              <a:chOff x="0" y="0"/>
              <a:chExt cx="1607474" cy="83308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607474" cy="833084"/>
              </a:xfrm>
              <a:custGeom>
                <a:avLst/>
                <a:gdLst/>
                <a:ahLst/>
                <a:cxnLst/>
                <a:rect l="l" t="t" r="r" b="b"/>
                <a:pathLst>
                  <a:path w="1607474" h="833084">
                    <a:moveTo>
                      <a:pt x="803737" y="0"/>
                    </a:moveTo>
                    <a:cubicBezTo>
                      <a:pt x="359845" y="0"/>
                      <a:pt x="0" y="186492"/>
                      <a:pt x="0" y="416542"/>
                    </a:cubicBezTo>
                    <a:cubicBezTo>
                      <a:pt x="0" y="646592"/>
                      <a:pt x="359845" y="833084"/>
                      <a:pt x="803737" y="833084"/>
                    </a:cubicBezTo>
                    <a:cubicBezTo>
                      <a:pt x="1247629" y="833084"/>
                      <a:pt x="1607474" y="646592"/>
                      <a:pt x="1607474" y="416542"/>
                    </a:cubicBezTo>
                    <a:cubicBezTo>
                      <a:pt x="1607474" y="186492"/>
                      <a:pt x="1247629" y="0"/>
                      <a:pt x="803737" y="0"/>
                    </a:cubicBezTo>
                    <a:close/>
                  </a:path>
                </a:pathLst>
              </a:custGeom>
              <a:solidFill>
                <a:srgbClr val="FDBE01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50701" y="40002"/>
                <a:ext cx="1306073" cy="714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15536221" y="7218910"/>
            <a:ext cx="3446158" cy="3233123"/>
          </a:xfrm>
          <a:custGeom>
            <a:avLst/>
            <a:gdLst/>
            <a:ahLst/>
            <a:cxnLst/>
            <a:rect l="l" t="t" r="r" b="b"/>
            <a:pathLst>
              <a:path w="3446158" h="3233123">
                <a:moveTo>
                  <a:pt x="0" y="0"/>
                </a:moveTo>
                <a:lnTo>
                  <a:pt x="3446158" y="0"/>
                </a:lnTo>
                <a:lnTo>
                  <a:pt x="3446158" y="3233123"/>
                </a:lnTo>
                <a:lnTo>
                  <a:pt x="0" y="3233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-5400000">
            <a:off x="1254632" y="3026545"/>
            <a:ext cx="1006313" cy="1238539"/>
            <a:chOff x="0" y="0"/>
            <a:chExt cx="6604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Are you ready?</a:t>
            </a:r>
          </a:p>
        </p:txBody>
      </p:sp>
      <p:grpSp>
        <p:nvGrpSpPr>
          <p:cNvPr id="27" name="Group 27"/>
          <p:cNvGrpSpPr/>
          <p:nvPr/>
        </p:nvGrpSpPr>
        <p:grpSpPr>
          <a:xfrm rot="-5400000">
            <a:off x="1254632" y="6944076"/>
            <a:ext cx="1006313" cy="1238539"/>
            <a:chOff x="0" y="0"/>
            <a:chExt cx="6604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31" name="Freeform 31"/>
          <p:cNvSpPr/>
          <p:nvPr/>
        </p:nvSpPr>
        <p:spPr>
          <a:xfrm rot="10708753">
            <a:off x="-218958" y="8788464"/>
            <a:ext cx="2081598" cy="1605488"/>
          </a:xfrm>
          <a:custGeom>
            <a:avLst/>
            <a:gdLst/>
            <a:ahLst/>
            <a:cxnLst/>
            <a:rect l="l" t="t" r="r" b="b"/>
            <a:pathLst>
              <a:path w="2081598" h="1605488">
                <a:moveTo>
                  <a:pt x="0" y="0"/>
                </a:moveTo>
                <a:lnTo>
                  <a:pt x="2081598" y="0"/>
                </a:lnTo>
                <a:lnTo>
                  <a:pt x="2081598" y="1605488"/>
                </a:lnTo>
                <a:lnTo>
                  <a:pt x="0" y="1605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Bee Sticker - Find &amp; Share on GIPHY">
            <a:extLst>
              <a:ext uri="{FF2B5EF4-FFF2-40B4-BE49-F238E27FC236}">
                <a16:creationId xmlns:a16="http://schemas.microsoft.com/office/drawing/2014/main" id="{2A8184A8-DF6A-0CC1-2D4A-40A7F9731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902" y="1088229"/>
            <a:ext cx="9067800" cy="906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ElevenLabs_2024-12-11T18_19_23_Gigi_pre_s64_sb75_se0_b_m2">
            <a:hlinkClick r:id="" action="ppaction://media"/>
            <a:extLst>
              <a:ext uri="{FF2B5EF4-FFF2-40B4-BE49-F238E27FC236}">
                <a16:creationId xmlns:a16="http://schemas.microsoft.com/office/drawing/2014/main" id="{C259793A-464E-0FFA-2E0F-C2A8FEA2CB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522857" y="940607"/>
            <a:ext cx="1012368" cy="1012368"/>
          </a:xfrm>
          <a:prstGeom prst="rect">
            <a:avLst/>
          </a:prstGeom>
        </p:spPr>
      </p:pic>
      <p:pic>
        <p:nvPicPr>
          <p:cNvPr id="36" name="Picture 35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C5A56608-8204-1A51-911E-B81A66B4A64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3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733800" y="2655284"/>
            <a:ext cx="10668000" cy="6709820"/>
            <a:chOff x="0" y="0"/>
            <a:chExt cx="2635693" cy="22285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35693" cy="2228501"/>
            </a:xfrm>
            <a:custGeom>
              <a:avLst/>
              <a:gdLst/>
              <a:ahLst/>
              <a:cxnLst/>
              <a:rect l="l" t="t" r="r" b="b"/>
              <a:pathLst>
                <a:path w="2635693" h="2228501">
                  <a:moveTo>
                    <a:pt x="0" y="0"/>
                  </a:moveTo>
                  <a:lnTo>
                    <a:pt x="2635693" y="0"/>
                  </a:lnTo>
                  <a:lnTo>
                    <a:pt x="2635693" y="2228501"/>
                  </a:lnTo>
                  <a:lnTo>
                    <a:pt x="0" y="222850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635693" cy="2266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86793" y="2656969"/>
            <a:ext cx="1006313" cy="1238539"/>
            <a:chOff x="0" y="0"/>
            <a:chExt cx="6604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Round 1</a:t>
            </a:r>
          </a:p>
        </p:txBody>
      </p:sp>
      <p:sp>
        <p:nvSpPr>
          <p:cNvPr id="28" name="Freeform 28"/>
          <p:cNvSpPr/>
          <p:nvPr/>
        </p:nvSpPr>
        <p:spPr>
          <a:xfrm>
            <a:off x="8197697" y="8645684"/>
            <a:ext cx="1892605" cy="1775608"/>
          </a:xfrm>
          <a:custGeom>
            <a:avLst/>
            <a:gdLst/>
            <a:ahLst/>
            <a:cxnLst/>
            <a:rect l="l" t="t" r="r" b="b"/>
            <a:pathLst>
              <a:path w="1892605" h="1775608">
                <a:moveTo>
                  <a:pt x="0" y="0"/>
                </a:moveTo>
                <a:lnTo>
                  <a:pt x="1892606" y="0"/>
                </a:lnTo>
                <a:lnTo>
                  <a:pt x="1892606" y="1775607"/>
                </a:lnTo>
                <a:lnTo>
                  <a:pt x="0" y="1775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1217310" y="2639553"/>
            <a:ext cx="1006313" cy="1238539"/>
            <a:chOff x="0" y="0"/>
            <a:chExt cx="6604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A94461D-F9B9-F15B-9AF1-355CC6C1408B}"/>
              </a:ext>
            </a:extLst>
          </p:cNvPr>
          <p:cNvSpPr/>
          <p:nvPr/>
        </p:nvSpPr>
        <p:spPr>
          <a:xfrm>
            <a:off x="6576269" y="4102552"/>
            <a:ext cx="43946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Look and read!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6D4C5A-C2ED-AE04-2C1A-BE0A4899067D}"/>
              </a:ext>
            </a:extLst>
          </p:cNvPr>
          <p:cNvSpPr txBox="1"/>
          <p:nvPr/>
        </p:nvSpPr>
        <p:spPr>
          <a:xfrm>
            <a:off x="4511015" y="6223564"/>
            <a:ext cx="914956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hlinkClick r:id="rId8"/>
              </a:rPr>
              <a:t>https://www.baamboozle.com/game/2850730</a:t>
            </a:r>
            <a:endParaRPr lang="ar-EG" sz="3600" dirty="0"/>
          </a:p>
        </p:txBody>
      </p:sp>
      <p:sp>
        <p:nvSpPr>
          <p:cNvPr id="35" name="Freeform 16">
            <a:extLst>
              <a:ext uri="{FF2B5EF4-FFF2-40B4-BE49-F238E27FC236}">
                <a16:creationId xmlns:a16="http://schemas.microsoft.com/office/drawing/2014/main" id="{EC4D4A61-881C-C27E-5153-A6127D3A269E}"/>
              </a:ext>
            </a:extLst>
          </p:cNvPr>
          <p:cNvSpPr/>
          <p:nvPr/>
        </p:nvSpPr>
        <p:spPr>
          <a:xfrm>
            <a:off x="11160409" y="3384906"/>
            <a:ext cx="2486318" cy="2781300"/>
          </a:xfrm>
          <a:custGeom>
            <a:avLst/>
            <a:gdLst/>
            <a:ahLst/>
            <a:cxnLst/>
            <a:rect l="l" t="t" r="r" b="b"/>
            <a:pathLst>
              <a:path w="4065534" h="4143468">
                <a:moveTo>
                  <a:pt x="0" y="0"/>
                </a:moveTo>
                <a:lnTo>
                  <a:pt x="4065534" y="0"/>
                </a:lnTo>
                <a:lnTo>
                  <a:pt x="4065534" y="4143468"/>
                </a:lnTo>
                <a:lnTo>
                  <a:pt x="0" y="4143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pic>
        <p:nvPicPr>
          <p:cNvPr id="36" name="Picture 35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A03663E4-59F0-4805-E543-8218A1834A7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48D3D-1C0F-EBDB-A2B4-C42BF46FB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4">
            <a:extLst>
              <a:ext uri="{FF2B5EF4-FFF2-40B4-BE49-F238E27FC236}">
                <a16:creationId xmlns:a16="http://schemas.microsoft.com/office/drawing/2014/main" id="{64DAFFA3-9F99-2DBC-EE64-F66E1DC79ACB}"/>
              </a:ext>
            </a:extLst>
          </p:cNvPr>
          <p:cNvGrpSpPr/>
          <p:nvPr/>
        </p:nvGrpSpPr>
        <p:grpSpPr>
          <a:xfrm>
            <a:off x="1755675" y="2691442"/>
            <a:ext cx="15037424" cy="7351055"/>
            <a:chOff x="0" y="0"/>
            <a:chExt cx="4506953" cy="222850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B12C6F8-20E1-272D-F1D7-313EB1E716B6}"/>
                </a:ext>
              </a:extLst>
            </p:cNvPr>
            <p:cNvSpPr/>
            <p:nvPr/>
          </p:nvSpPr>
          <p:spPr>
            <a:xfrm>
              <a:off x="0" y="0"/>
              <a:ext cx="4506954" cy="2228501"/>
            </a:xfrm>
            <a:custGeom>
              <a:avLst/>
              <a:gdLst/>
              <a:ahLst/>
              <a:cxnLst/>
              <a:rect l="l" t="t" r="r" b="b"/>
              <a:pathLst>
                <a:path w="4506954" h="2228501">
                  <a:moveTo>
                    <a:pt x="0" y="0"/>
                  </a:moveTo>
                  <a:lnTo>
                    <a:pt x="4506954" y="0"/>
                  </a:lnTo>
                  <a:lnTo>
                    <a:pt x="4506954" y="2228501"/>
                  </a:lnTo>
                  <a:lnTo>
                    <a:pt x="0" y="222850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C4CB6785-F8A9-B9B1-FC5B-280610E5CCB9}"/>
                </a:ext>
              </a:extLst>
            </p:cNvPr>
            <p:cNvSpPr txBox="1"/>
            <p:nvPr/>
          </p:nvSpPr>
          <p:spPr>
            <a:xfrm>
              <a:off x="0" y="-38100"/>
              <a:ext cx="4506953" cy="2266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87C6AB95-1421-0552-F27A-1431539DA786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A8F6499-BEE3-35C8-5807-D7BD769A86DD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9D985D6-0F32-84FB-7EA0-0F1706A80972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A73CDFE-961B-3A16-C9DC-D41487BD89E7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58910DC-6870-BE86-5249-44F80B7C16F1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8E81D33-0681-9AA0-A5ED-5A86379A619F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E5D876-FF6C-89A2-CD10-33088ECE396F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842E3A7-B2D1-D34F-FA0E-48A86BA1CFFB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0BE228D-0D64-2027-8FA3-CAD032D077B4}"/>
              </a:ext>
            </a:extLst>
          </p:cNvPr>
          <p:cNvSpPr/>
          <p:nvPr/>
        </p:nvSpPr>
        <p:spPr>
          <a:xfrm>
            <a:off x="12723535" y="-180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099670A-9A92-F195-B80B-AA882D872A78}"/>
              </a:ext>
            </a:extLst>
          </p:cNvPr>
          <p:cNvSpPr txBox="1"/>
          <p:nvPr/>
        </p:nvSpPr>
        <p:spPr>
          <a:xfrm>
            <a:off x="1883578" y="2218237"/>
            <a:ext cx="14144446" cy="711341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5FAB758-DBB5-DD89-64CF-704ED98002E6}"/>
              </a:ext>
            </a:extLst>
          </p:cNvPr>
          <p:cNvGrpSpPr/>
          <p:nvPr/>
        </p:nvGrpSpPr>
        <p:grpSpPr>
          <a:xfrm rot="1503921">
            <a:off x="-723078" y="1060441"/>
            <a:ext cx="2401111" cy="1871866"/>
            <a:chOff x="0" y="0"/>
            <a:chExt cx="3201481" cy="249582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06D28AE-28E8-F73D-7DC4-298E260AEEC8}"/>
                </a:ext>
              </a:extLst>
            </p:cNvPr>
            <p:cNvSpPr/>
            <p:nvPr/>
          </p:nvSpPr>
          <p:spPr>
            <a:xfrm>
              <a:off x="0" y="0"/>
              <a:ext cx="3201481" cy="2495821"/>
            </a:xfrm>
            <a:custGeom>
              <a:avLst/>
              <a:gdLst/>
              <a:ahLst/>
              <a:cxnLst/>
              <a:rect l="l" t="t" r="r" b="b"/>
              <a:pathLst>
                <a:path w="3201481" h="2495821">
                  <a:moveTo>
                    <a:pt x="0" y="0"/>
                  </a:moveTo>
                  <a:lnTo>
                    <a:pt x="3201481" y="0"/>
                  </a:lnTo>
                  <a:lnTo>
                    <a:pt x="3201481" y="2495821"/>
                  </a:lnTo>
                  <a:lnTo>
                    <a:pt x="0" y="249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0408F07B-0E47-839C-EC21-4FFE7FF71182}"/>
                </a:ext>
              </a:extLst>
            </p:cNvPr>
            <p:cNvGrpSpPr/>
            <p:nvPr/>
          </p:nvGrpSpPr>
          <p:grpSpPr>
            <a:xfrm rot="-729950">
              <a:off x="1221448" y="911438"/>
              <a:ext cx="682143" cy="353525"/>
              <a:chOff x="0" y="0"/>
              <a:chExt cx="1607474" cy="833084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8596649A-987D-12AC-A5EE-AB7ECD35CCD6}"/>
                  </a:ext>
                </a:extLst>
              </p:cNvPr>
              <p:cNvSpPr/>
              <p:nvPr/>
            </p:nvSpPr>
            <p:spPr>
              <a:xfrm>
                <a:off x="0" y="0"/>
                <a:ext cx="1607474" cy="833084"/>
              </a:xfrm>
              <a:custGeom>
                <a:avLst/>
                <a:gdLst/>
                <a:ahLst/>
                <a:cxnLst/>
                <a:rect l="l" t="t" r="r" b="b"/>
                <a:pathLst>
                  <a:path w="1607474" h="833084">
                    <a:moveTo>
                      <a:pt x="803737" y="0"/>
                    </a:moveTo>
                    <a:cubicBezTo>
                      <a:pt x="359845" y="0"/>
                      <a:pt x="0" y="186492"/>
                      <a:pt x="0" y="416542"/>
                    </a:cubicBezTo>
                    <a:cubicBezTo>
                      <a:pt x="0" y="646592"/>
                      <a:pt x="359845" y="833084"/>
                      <a:pt x="803737" y="833084"/>
                    </a:cubicBezTo>
                    <a:cubicBezTo>
                      <a:pt x="1247629" y="833084"/>
                      <a:pt x="1607474" y="646592"/>
                      <a:pt x="1607474" y="416542"/>
                    </a:cubicBezTo>
                    <a:cubicBezTo>
                      <a:pt x="1607474" y="186492"/>
                      <a:pt x="1247629" y="0"/>
                      <a:pt x="803737" y="0"/>
                    </a:cubicBezTo>
                    <a:close/>
                  </a:path>
                </a:pathLst>
              </a:custGeom>
              <a:solidFill>
                <a:srgbClr val="FDBE01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2D3D91CC-5674-7DD8-81BC-9A47E2B71157}"/>
                  </a:ext>
                </a:extLst>
              </p:cNvPr>
              <p:cNvSpPr txBox="1"/>
              <p:nvPr/>
            </p:nvSpPr>
            <p:spPr>
              <a:xfrm>
                <a:off x="150701" y="40002"/>
                <a:ext cx="1306073" cy="714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43186326-10EC-69F2-32A3-3D609AFBBF9A}"/>
              </a:ext>
            </a:extLst>
          </p:cNvPr>
          <p:cNvSpPr/>
          <p:nvPr/>
        </p:nvSpPr>
        <p:spPr>
          <a:xfrm>
            <a:off x="15536221" y="7218910"/>
            <a:ext cx="3446158" cy="3233123"/>
          </a:xfrm>
          <a:custGeom>
            <a:avLst/>
            <a:gdLst/>
            <a:ahLst/>
            <a:cxnLst/>
            <a:rect l="l" t="t" r="r" b="b"/>
            <a:pathLst>
              <a:path w="3446158" h="3233123">
                <a:moveTo>
                  <a:pt x="0" y="0"/>
                </a:moveTo>
                <a:lnTo>
                  <a:pt x="3446158" y="0"/>
                </a:lnTo>
                <a:lnTo>
                  <a:pt x="3446158" y="3233123"/>
                </a:lnTo>
                <a:lnTo>
                  <a:pt x="0" y="3233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BE1F67C9-DE52-F2BD-EE46-EF64EDFDD7CE}"/>
              </a:ext>
            </a:extLst>
          </p:cNvPr>
          <p:cNvGrpSpPr/>
          <p:nvPr/>
        </p:nvGrpSpPr>
        <p:grpSpPr>
          <a:xfrm rot="-5400000">
            <a:off x="1254632" y="3026545"/>
            <a:ext cx="1006313" cy="1238539"/>
            <a:chOff x="0" y="0"/>
            <a:chExt cx="6604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8650561-0C33-A05D-CCAB-36E8920669D0}"/>
                </a:ext>
              </a:extLst>
            </p:cNvPr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006B57BE-AAD1-58CA-0932-0102F939600E}"/>
                </a:ext>
              </a:extLst>
            </p:cNvPr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AAB84264-0C98-1689-A62E-4487B1DADD24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Are you ready?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2C4F1E10-25CF-8763-3B9F-860722CDD99E}"/>
              </a:ext>
            </a:extLst>
          </p:cNvPr>
          <p:cNvGrpSpPr/>
          <p:nvPr/>
        </p:nvGrpSpPr>
        <p:grpSpPr>
          <a:xfrm rot="-5400000">
            <a:off x="1254632" y="6944076"/>
            <a:ext cx="1006313" cy="1238539"/>
            <a:chOff x="0" y="0"/>
            <a:chExt cx="6604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ED95D976-242E-09E1-4F3C-107C6EA65B77}"/>
                </a:ext>
              </a:extLst>
            </p:cNvPr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994D02F-B074-9EE9-296A-2217D29241A6}"/>
                </a:ext>
              </a:extLst>
            </p:cNvPr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31" name="Freeform 31">
            <a:extLst>
              <a:ext uri="{FF2B5EF4-FFF2-40B4-BE49-F238E27FC236}">
                <a16:creationId xmlns:a16="http://schemas.microsoft.com/office/drawing/2014/main" id="{CD3756BC-7F8D-C8C8-B685-CBEC20D6FDE6}"/>
              </a:ext>
            </a:extLst>
          </p:cNvPr>
          <p:cNvSpPr/>
          <p:nvPr/>
        </p:nvSpPr>
        <p:spPr>
          <a:xfrm rot="10708753">
            <a:off x="-218958" y="8788464"/>
            <a:ext cx="2081598" cy="1605488"/>
          </a:xfrm>
          <a:custGeom>
            <a:avLst/>
            <a:gdLst/>
            <a:ahLst/>
            <a:cxnLst/>
            <a:rect l="l" t="t" r="r" b="b"/>
            <a:pathLst>
              <a:path w="2081598" h="1605488">
                <a:moveTo>
                  <a:pt x="0" y="0"/>
                </a:moveTo>
                <a:lnTo>
                  <a:pt x="2081598" y="0"/>
                </a:lnTo>
                <a:lnTo>
                  <a:pt x="2081598" y="1605488"/>
                </a:lnTo>
                <a:lnTo>
                  <a:pt x="0" y="1605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ElevenLabs_2024-12-11T15_31_07_Gigi_pre_s64_sb75_se0_b_m2">
            <a:hlinkClick r:id="" action="ppaction://media"/>
            <a:extLst>
              <a:ext uri="{FF2B5EF4-FFF2-40B4-BE49-F238E27FC236}">
                <a16:creationId xmlns:a16="http://schemas.microsoft.com/office/drawing/2014/main" id="{3813D93E-3346-5FD1-A2C7-6A9089195A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144740" y="1153658"/>
            <a:ext cx="1255031" cy="1255031"/>
          </a:xfrm>
          <a:prstGeom prst="rect">
            <a:avLst/>
          </a:prstGeom>
        </p:spPr>
      </p:pic>
      <p:sp>
        <p:nvSpPr>
          <p:cNvPr id="15" name="TextBox 27">
            <a:extLst>
              <a:ext uri="{FF2B5EF4-FFF2-40B4-BE49-F238E27FC236}">
                <a16:creationId xmlns:a16="http://schemas.microsoft.com/office/drawing/2014/main" id="{388A3266-D1D1-572F-8630-E08FC8E13DFA}"/>
              </a:ext>
            </a:extLst>
          </p:cNvPr>
          <p:cNvSpPr txBox="1"/>
          <p:nvPr/>
        </p:nvSpPr>
        <p:spPr>
          <a:xfrm>
            <a:off x="687651" y="3537704"/>
            <a:ext cx="9486140" cy="115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 dirty="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Great Job!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63EA2B6-5BF1-A779-F01D-B2492BF5EF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819082" y="3142658"/>
            <a:ext cx="7820228" cy="5571912"/>
          </a:xfrm>
          <a:prstGeom prst="rect">
            <a:avLst/>
          </a:prstGeom>
        </p:spPr>
      </p:pic>
      <p:pic>
        <p:nvPicPr>
          <p:cNvPr id="37" name="Picture 36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D0E93395-DBF9-CDF0-EF0A-88579105C4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8" name="Freeform 10">
            <a:extLst>
              <a:ext uri="{FF2B5EF4-FFF2-40B4-BE49-F238E27FC236}">
                <a16:creationId xmlns:a16="http://schemas.microsoft.com/office/drawing/2014/main" id="{9B3EC68A-2848-5F7D-562E-8B83A67F1D0F}"/>
              </a:ext>
            </a:extLst>
          </p:cNvPr>
          <p:cNvSpPr/>
          <p:nvPr/>
        </p:nvSpPr>
        <p:spPr>
          <a:xfrm>
            <a:off x="15688621" y="-180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6F5E3855-FB98-8107-C526-253E0CD5CBEF}"/>
              </a:ext>
            </a:extLst>
          </p:cNvPr>
          <p:cNvSpPr/>
          <p:nvPr/>
        </p:nvSpPr>
        <p:spPr>
          <a:xfrm>
            <a:off x="9734233" y="-180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8189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19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A3B87-EF9E-50C0-7EA7-C9D28307A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E1BC68-CF1D-0E51-CB46-FE9BA0A3DDA6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8161349-A4B2-6D3E-AD09-71E3BA5B2B13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C8FBA81-1611-19B8-24D4-48ADADBDCF77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EBBC6F5-9BF3-BF46-9F6C-2EC8EA3A8B58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095DB02-51B8-5DFD-34E7-87092C8461FB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16E3E54-586D-714A-9D2B-611F32790727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C3802EB-736B-A308-261E-2034A392A93A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9B4D450-E506-1DCB-D916-4FBFFE7FA6E3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9EA866C-0E43-865E-EECD-6A9AED392169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09BF6D3-4C70-26C0-8A9F-428CCCBD1A5A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E524CA9-ECC5-8390-215E-62B062E1D368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58C056E-7FD0-9A1D-048F-82D68366B85C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F2F4553-38B5-1189-8740-74E3944AC42C}"/>
              </a:ext>
            </a:extLst>
          </p:cNvPr>
          <p:cNvGrpSpPr/>
          <p:nvPr/>
        </p:nvGrpSpPr>
        <p:grpSpPr>
          <a:xfrm>
            <a:off x="3733800" y="2655284"/>
            <a:ext cx="10668000" cy="6709820"/>
            <a:chOff x="0" y="0"/>
            <a:chExt cx="2635693" cy="222850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CAA0B6D-7D16-FD91-DC99-CAE1DCFF4D71}"/>
                </a:ext>
              </a:extLst>
            </p:cNvPr>
            <p:cNvSpPr/>
            <p:nvPr/>
          </p:nvSpPr>
          <p:spPr>
            <a:xfrm>
              <a:off x="0" y="0"/>
              <a:ext cx="2635693" cy="2228501"/>
            </a:xfrm>
            <a:custGeom>
              <a:avLst/>
              <a:gdLst/>
              <a:ahLst/>
              <a:cxnLst/>
              <a:rect l="l" t="t" r="r" b="b"/>
              <a:pathLst>
                <a:path w="2635693" h="2228501">
                  <a:moveTo>
                    <a:pt x="0" y="0"/>
                  </a:moveTo>
                  <a:lnTo>
                    <a:pt x="2635693" y="0"/>
                  </a:lnTo>
                  <a:lnTo>
                    <a:pt x="2635693" y="2228501"/>
                  </a:lnTo>
                  <a:lnTo>
                    <a:pt x="0" y="222850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30C82B9-1699-429E-0927-87BB979F247A}"/>
                </a:ext>
              </a:extLst>
            </p:cNvPr>
            <p:cNvSpPr txBox="1"/>
            <p:nvPr/>
          </p:nvSpPr>
          <p:spPr>
            <a:xfrm>
              <a:off x="0" y="-38100"/>
              <a:ext cx="2635693" cy="2266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17872CB-21EA-DEB5-3043-A0919712FAFF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E4AADC6-B3FE-FC50-CE05-17668B8388BE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0660469-B1F3-964C-81F6-F6898936E949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A223F92-9B21-1289-9906-846C8CDCDBC3}"/>
              </a:ext>
            </a:extLst>
          </p:cNvPr>
          <p:cNvGrpSpPr/>
          <p:nvPr/>
        </p:nvGrpSpPr>
        <p:grpSpPr>
          <a:xfrm>
            <a:off x="5286793" y="2656969"/>
            <a:ext cx="1006313" cy="1238539"/>
            <a:chOff x="0" y="0"/>
            <a:chExt cx="6604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F4142E5-750D-71D3-3361-D4B8EB27BAFF}"/>
                </a:ext>
              </a:extLst>
            </p:cNvPr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976F310-C83F-0264-68E3-A4FDA1B7B201}"/>
                </a:ext>
              </a:extLst>
            </p:cNvPr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26AAA668-ECF2-E284-803A-4B99F91ABBA6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Round 2</a:t>
            </a:r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616AA0D1-DBE9-BBF4-7ECC-D041B4087125}"/>
              </a:ext>
            </a:extLst>
          </p:cNvPr>
          <p:cNvSpPr/>
          <p:nvPr/>
        </p:nvSpPr>
        <p:spPr>
          <a:xfrm>
            <a:off x="8197697" y="8645684"/>
            <a:ext cx="1892605" cy="1775608"/>
          </a:xfrm>
          <a:custGeom>
            <a:avLst/>
            <a:gdLst/>
            <a:ahLst/>
            <a:cxnLst/>
            <a:rect l="l" t="t" r="r" b="b"/>
            <a:pathLst>
              <a:path w="1892605" h="1775608">
                <a:moveTo>
                  <a:pt x="0" y="0"/>
                </a:moveTo>
                <a:lnTo>
                  <a:pt x="1892606" y="0"/>
                </a:lnTo>
                <a:lnTo>
                  <a:pt x="1892606" y="1775607"/>
                </a:lnTo>
                <a:lnTo>
                  <a:pt x="0" y="1775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>
            <a:extLst>
              <a:ext uri="{FF2B5EF4-FFF2-40B4-BE49-F238E27FC236}">
                <a16:creationId xmlns:a16="http://schemas.microsoft.com/office/drawing/2014/main" id="{7B8B32F4-286B-BA88-080F-CB757CF1C467}"/>
              </a:ext>
            </a:extLst>
          </p:cNvPr>
          <p:cNvGrpSpPr/>
          <p:nvPr/>
        </p:nvGrpSpPr>
        <p:grpSpPr>
          <a:xfrm>
            <a:off x="11217310" y="2639553"/>
            <a:ext cx="1006313" cy="1238539"/>
            <a:chOff x="0" y="0"/>
            <a:chExt cx="660400" cy="81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F70A8194-595E-A359-3977-8DAF61527640}"/>
                </a:ext>
              </a:extLst>
            </p:cNvPr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B2BFFDFE-0F36-FDE5-5D3F-9866FAA6AB56}"/>
                </a:ext>
              </a:extLst>
            </p:cNvPr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8C8F5DA-DF54-2AF3-6395-37A6D8E6931B}"/>
              </a:ext>
            </a:extLst>
          </p:cNvPr>
          <p:cNvSpPr/>
          <p:nvPr/>
        </p:nvSpPr>
        <p:spPr>
          <a:xfrm>
            <a:off x="6324954" y="4102552"/>
            <a:ext cx="48973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Listen and write!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04647F9-4B5D-7E64-D1BF-8040E54B1B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37316" y="3433485"/>
            <a:ext cx="4918368" cy="456475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FB0FE0-F69D-9FE9-E576-4AA53FB0BC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3817" y="5238768"/>
            <a:ext cx="3749301" cy="2781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Picture 25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E7931D70-49B4-7CDA-E53B-CC2CF621FF4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42876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6DE95-091C-4842-1CEC-A14F575C9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4">
            <a:extLst>
              <a:ext uri="{FF2B5EF4-FFF2-40B4-BE49-F238E27FC236}">
                <a16:creationId xmlns:a16="http://schemas.microsoft.com/office/drawing/2014/main" id="{B54BF967-EA6A-B553-7519-212730252F32}"/>
              </a:ext>
            </a:extLst>
          </p:cNvPr>
          <p:cNvGrpSpPr/>
          <p:nvPr/>
        </p:nvGrpSpPr>
        <p:grpSpPr>
          <a:xfrm>
            <a:off x="1755675" y="2691442"/>
            <a:ext cx="15037424" cy="7351055"/>
            <a:chOff x="0" y="0"/>
            <a:chExt cx="4506953" cy="222850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09477FEF-6B8F-E571-C08B-E044C8D335CF}"/>
                </a:ext>
              </a:extLst>
            </p:cNvPr>
            <p:cNvSpPr/>
            <p:nvPr/>
          </p:nvSpPr>
          <p:spPr>
            <a:xfrm>
              <a:off x="0" y="0"/>
              <a:ext cx="4506954" cy="2228501"/>
            </a:xfrm>
            <a:custGeom>
              <a:avLst/>
              <a:gdLst/>
              <a:ahLst/>
              <a:cxnLst/>
              <a:rect l="l" t="t" r="r" b="b"/>
              <a:pathLst>
                <a:path w="4506954" h="2228501">
                  <a:moveTo>
                    <a:pt x="0" y="0"/>
                  </a:moveTo>
                  <a:lnTo>
                    <a:pt x="4506954" y="0"/>
                  </a:lnTo>
                  <a:lnTo>
                    <a:pt x="4506954" y="2228501"/>
                  </a:lnTo>
                  <a:lnTo>
                    <a:pt x="0" y="222850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D4E83688-EA14-AB13-54FD-B5E91BEED1CB}"/>
                </a:ext>
              </a:extLst>
            </p:cNvPr>
            <p:cNvSpPr txBox="1"/>
            <p:nvPr/>
          </p:nvSpPr>
          <p:spPr>
            <a:xfrm>
              <a:off x="0" y="-38100"/>
              <a:ext cx="4506953" cy="2266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3675C4A2-07E7-4176-3967-921EF6D39EA0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1F2A99-8B5D-A637-2A69-E29B01B81550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66C769E-CE05-3887-3F0E-24EB2073BA6F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D6B8819-B0AA-7089-5B53-AB310EAD574E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CA1DC7D-B157-9D5E-4399-2AB7299CC472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B96D353-188A-D6E5-01FB-6DD88564AB40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1AB2CC3-276C-6EC2-7E98-93016933DCC8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B3D5F46-CE38-FA7B-47B9-8E2FF895EDAF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59E3CBB-F956-D0C9-8452-20D244170025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0EE0569-5E8C-2681-68F5-5A5F14CA8228}"/>
              </a:ext>
            </a:extLst>
          </p:cNvPr>
          <p:cNvSpPr txBox="1"/>
          <p:nvPr/>
        </p:nvSpPr>
        <p:spPr>
          <a:xfrm>
            <a:off x="1883578" y="2218237"/>
            <a:ext cx="14144446" cy="711341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8FF45EF-10F4-2F0F-0C02-296D03D86E3D}"/>
              </a:ext>
            </a:extLst>
          </p:cNvPr>
          <p:cNvGrpSpPr/>
          <p:nvPr/>
        </p:nvGrpSpPr>
        <p:grpSpPr>
          <a:xfrm rot="1503921">
            <a:off x="548323" y="5150003"/>
            <a:ext cx="2401111" cy="1871866"/>
            <a:chOff x="0" y="0"/>
            <a:chExt cx="3201481" cy="249582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CF555A8-C406-40C2-804D-AFEF76FEC6F6}"/>
                </a:ext>
              </a:extLst>
            </p:cNvPr>
            <p:cNvSpPr/>
            <p:nvPr/>
          </p:nvSpPr>
          <p:spPr>
            <a:xfrm>
              <a:off x="0" y="0"/>
              <a:ext cx="3201481" cy="2495821"/>
            </a:xfrm>
            <a:custGeom>
              <a:avLst/>
              <a:gdLst/>
              <a:ahLst/>
              <a:cxnLst/>
              <a:rect l="l" t="t" r="r" b="b"/>
              <a:pathLst>
                <a:path w="3201481" h="2495821">
                  <a:moveTo>
                    <a:pt x="0" y="0"/>
                  </a:moveTo>
                  <a:lnTo>
                    <a:pt x="3201481" y="0"/>
                  </a:lnTo>
                  <a:lnTo>
                    <a:pt x="3201481" y="2495821"/>
                  </a:lnTo>
                  <a:lnTo>
                    <a:pt x="0" y="249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131BF00-7D5D-E7EB-66FA-1344F68F1C11}"/>
                </a:ext>
              </a:extLst>
            </p:cNvPr>
            <p:cNvGrpSpPr/>
            <p:nvPr/>
          </p:nvGrpSpPr>
          <p:grpSpPr>
            <a:xfrm rot="-729950">
              <a:off x="1221448" y="911438"/>
              <a:ext cx="682143" cy="353525"/>
              <a:chOff x="0" y="0"/>
              <a:chExt cx="1607474" cy="833084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E0567B21-36BE-FAC6-F61A-2E180B2E0083}"/>
                  </a:ext>
                </a:extLst>
              </p:cNvPr>
              <p:cNvSpPr/>
              <p:nvPr/>
            </p:nvSpPr>
            <p:spPr>
              <a:xfrm>
                <a:off x="0" y="0"/>
                <a:ext cx="1607474" cy="833084"/>
              </a:xfrm>
              <a:custGeom>
                <a:avLst/>
                <a:gdLst/>
                <a:ahLst/>
                <a:cxnLst/>
                <a:rect l="l" t="t" r="r" b="b"/>
                <a:pathLst>
                  <a:path w="1607474" h="833084">
                    <a:moveTo>
                      <a:pt x="803737" y="0"/>
                    </a:moveTo>
                    <a:cubicBezTo>
                      <a:pt x="359845" y="0"/>
                      <a:pt x="0" y="186492"/>
                      <a:pt x="0" y="416542"/>
                    </a:cubicBezTo>
                    <a:cubicBezTo>
                      <a:pt x="0" y="646592"/>
                      <a:pt x="359845" y="833084"/>
                      <a:pt x="803737" y="833084"/>
                    </a:cubicBezTo>
                    <a:cubicBezTo>
                      <a:pt x="1247629" y="833084"/>
                      <a:pt x="1607474" y="646592"/>
                      <a:pt x="1607474" y="416542"/>
                    </a:cubicBezTo>
                    <a:cubicBezTo>
                      <a:pt x="1607474" y="186492"/>
                      <a:pt x="1247629" y="0"/>
                      <a:pt x="803737" y="0"/>
                    </a:cubicBezTo>
                    <a:close/>
                  </a:path>
                </a:pathLst>
              </a:custGeom>
              <a:solidFill>
                <a:srgbClr val="FDBE01"/>
              </a:solidFill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EC5C1D7D-962C-7856-F71A-451645700981}"/>
                  </a:ext>
                </a:extLst>
              </p:cNvPr>
              <p:cNvSpPr txBox="1"/>
              <p:nvPr/>
            </p:nvSpPr>
            <p:spPr>
              <a:xfrm>
                <a:off x="150701" y="40002"/>
                <a:ext cx="1306073" cy="714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13222896-4CA1-EC3F-6DB5-42EAA7D5F6CB}"/>
              </a:ext>
            </a:extLst>
          </p:cNvPr>
          <p:cNvSpPr/>
          <p:nvPr/>
        </p:nvSpPr>
        <p:spPr>
          <a:xfrm>
            <a:off x="15536221" y="7218910"/>
            <a:ext cx="3446158" cy="3233123"/>
          </a:xfrm>
          <a:custGeom>
            <a:avLst/>
            <a:gdLst/>
            <a:ahLst/>
            <a:cxnLst/>
            <a:rect l="l" t="t" r="r" b="b"/>
            <a:pathLst>
              <a:path w="3446158" h="3233123">
                <a:moveTo>
                  <a:pt x="0" y="0"/>
                </a:moveTo>
                <a:lnTo>
                  <a:pt x="3446158" y="0"/>
                </a:lnTo>
                <a:lnTo>
                  <a:pt x="3446158" y="3233123"/>
                </a:lnTo>
                <a:lnTo>
                  <a:pt x="0" y="3233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47423181-D6BB-570E-B277-D7C42C881B78}"/>
              </a:ext>
            </a:extLst>
          </p:cNvPr>
          <p:cNvGrpSpPr/>
          <p:nvPr/>
        </p:nvGrpSpPr>
        <p:grpSpPr>
          <a:xfrm rot="-5400000">
            <a:off x="1254632" y="3026545"/>
            <a:ext cx="1006313" cy="1238539"/>
            <a:chOff x="0" y="0"/>
            <a:chExt cx="6604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F55AC491-782B-B190-0085-C39939DA7993}"/>
                </a:ext>
              </a:extLst>
            </p:cNvPr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D09AE71D-EFE5-4016-D56B-CB0875DE1362}"/>
                </a:ext>
              </a:extLst>
            </p:cNvPr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CD26E802-2FA8-A301-C9F3-539129EF8297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Are you ready?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50575E89-3B50-0D1F-88C8-BA259F71FBCF}"/>
              </a:ext>
            </a:extLst>
          </p:cNvPr>
          <p:cNvGrpSpPr/>
          <p:nvPr/>
        </p:nvGrpSpPr>
        <p:grpSpPr>
          <a:xfrm rot="-5400000">
            <a:off x="1254632" y="6944076"/>
            <a:ext cx="1006313" cy="1238539"/>
            <a:chOff x="0" y="0"/>
            <a:chExt cx="6604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EF1E2BB1-7A83-6905-6D20-DA00157106B4}"/>
                </a:ext>
              </a:extLst>
            </p:cNvPr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A90ACBC3-379E-4BC2-1339-DD3F08A6E7C9}"/>
                </a:ext>
              </a:extLst>
            </p:cNvPr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31" name="Freeform 31">
            <a:extLst>
              <a:ext uri="{FF2B5EF4-FFF2-40B4-BE49-F238E27FC236}">
                <a16:creationId xmlns:a16="http://schemas.microsoft.com/office/drawing/2014/main" id="{E6086C39-5919-6E91-4235-AB01F87B28BF}"/>
              </a:ext>
            </a:extLst>
          </p:cNvPr>
          <p:cNvSpPr/>
          <p:nvPr/>
        </p:nvSpPr>
        <p:spPr>
          <a:xfrm rot="10708753">
            <a:off x="-218958" y="8788464"/>
            <a:ext cx="2081598" cy="1605488"/>
          </a:xfrm>
          <a:custGeom>
            <a:avLst/>
            <a:gdLst/>
            <a:ahLst/>
            <a:cxnLst/>
            <a:rect l="l" t="t" r="r" b="b"/>
            <a:pathLst>
              <a:path w="2081598" h="1605488">
                <a:moveTo>
                  <a:pt x="0" y="0"/>
                </a:moveTo>
                <a:lnTo>
                  <a:pt x="2081598" y="0"/>
                </a:lnTo>
                <a:lnTo>
                  <a:pt x="2081598" y="1605488"/>
                </a:lnTo>
                <a:lnTo>
                  <a:pt x="0" y="1605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27">
            <a:extLst>
              <a:ext uri="{FF2B5EF4-FFF2-40B4-BE49-F238E27FC236}">
                <a16:creationId xmlns:a16="http://schemas.microsoft.com/office/drawing/2014/main" id="{4F000766-5823-3D4B-6791-2A430995E88D}"/>
              </a:ext>
            </a:extLst>
          </p:cNvPr>
          <p:cNvSpPr txBox="1"/>
          <p:nvPr/>
        </p:nvSpPr>
        <p:spPr>
          <a:xfrm>
            <a:off x="687651" y="3537704"/>
            <a:ext cx="9486140" cy="115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 dirty="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Amazing!</a:t>
            </a:r>
          </a:p>
        </p:txBody>
      </p:sp>
      <p:pic>
        <p:nvPicPr>
          <p:cNvPr id="11" name="ElevenLabs_2024-12-11T15_53_24_Gigi_pre_s64_sb75_se0_b_m2">
            <a:hlinkClick r:id="" action="ppaction://media"/>
            <a:extLst>
              <a:ext uri="{FF2B5EF4-FFF2-40B4-BE49-F238E27FC236}">
                <a16:creationId xmlns:a16="http://schemas.microsoft.com/office/drawing/2014/main" id="{3D369F62-78B3-8190-5E13-1A295AF67A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005383" y="1381270"/>
            <a:ext cx="1235075" cy="1235075"/>
          </a:xfrm>
          <a:prstGeom prst="rect">
            <a:avLst/>
          </a:prstGeom>
        </p:spPr>
      </p:pic>
      <p:pic>
        <p:nvPicPr>
          <p:cNvPr id="12" name="Picture 4" descr="Pin page">
            <a:extLst>
              <a:ext uri="{FF2B5EF4-FFF2-40B4-BE49-F238E27FC236}">
                <a16:creationId xmlns:a16="http://schemas.microsoft.com/office/drawing/2014/main" id="{8909597E-86F2-DB36-1D74-6932BB803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094" y="1082703"/>
            <a:ext cx="8258155" cy="825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1BEBB14-736E-1494-2A2D-60496D273B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79803" y="-22659"/>
            <a:ext cx="2572735" cy="198746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CD5D5E4-179F-F064-3521-BCDAEA3382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91066" y="-47593"/>
            <a:ext cx="2572735" cy="198746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5D2043C-BA6B-90C1-2787-ACE1DD29A2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2651" y="-60017"/>
            <a:ext cx="2572735" cy="1987468"/>
          </a:xfrm>
          <a:prstGeom prst="rect">
            <a:avLst/>
          </a:prstGeom>
        </p:spPr>
      </p:pic>
      <p:pic>
        <p:nvPicPr>
          <p:cNvPr id="38" name="Picture 37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C16F3680-45F1-7DA7-0DED-7E0D629429B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9710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421D-279E-BF5F-070B-060B2650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094CA25E-3B6A-584A-3C8F-1C03319E2A0A}"/>
              </a:ext>
            </a:extLst>
          </p:cNvPr>
          <p:cNvSpPr/>
          <p:nvPr/>
        </p:nvSpPr>
        <p:spPr>
          <a:xfrm>
            <a:off x="0" y="-81643"/>
            <a:ext cx="18500271" cy="355962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B2CE216-9582-B957-DB8A-9E584FD44799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38EE86E-DFF5-ECD0-86D0-BF16E805B839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84F495A-95F4-CCA0-E4CE-DDC80EA96010}"/>
              </a:ext>
            </a:extLst>
          </p:cNvPr>
          <p:cNvSpPr/>
          <p:nvPr/>
        </p:nvSpPr>
        <p:spPr>
          <a:xfrm>
            <a:off x="1882707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33BBAA5-FE14-0200-8CB1-86507AE39E59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51B5FB6-C2F2-E46F-F071-FAF1837946C4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90B1A17-43B1-006A-AA53-032292C074AC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6CB5BD6-02AB-CF32-0678-C774B13298E1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AF5EE10-B0E2-8F8F-1FC3-B11DD538DE89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41B9BA5-B2C4-FE60-AA39-190064509EF2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DD37E7B-3735-685D-FD6E-9D37B524C726}"/>
              </a:ext>
            </a:extLst>
          </p:cNvPr>
          <p:cNvSpPr txBox="1"/>
          <p:nvPr/>
        </p:nvSpPr>
        <p:spPr>
          <a:xfrm>
            <a:off x="-2020522" y="3042566"/>
            <a:ext cx="13069521" cy="2400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 dirty="0">
                <a:solidFill>
                  <a:srgbClr val="663312"/>
                </a:solidFill>
                <a:latin typeface="Modak"/>
                <a:cs typeface="Modak"/>
                <a:sym typeface="Modak"/>
              </a:rPr>
              <a:t>Break </a:t>
            </a:r>
            <a:br>
              <a:rPr lang="en-US" sz="9900" dirty="0">
                <a:solidFill>
                  <a:srgbClr val="663312"/>
                </a:solidFill>
                <a:latin typeface="Modak"/>
                <a:cs typeface="Modak"/>
                <a:sym typeface="Modak"/>
              </a:rPr>
            </a:br>
            <a:r>
              <a:rPr lang="en-US" sz="9900" dirty="0">
                <a:solidFill>
                  <a:srgbClr val="663312"/>
                </a:solidFill>
                <a:latin typeface="Modak"/>
                <a:cs typeface="Modak"/>
                <a:sym typeface="Modak"/>
              </a:rPr>
              <a:t>Time</a:t>
            </a:r>
            <a:endParaRPr lang="en-US" dirty="0"/>
          </a:p>
        </p:txBody>
      </p:sp>
      <p:pic>
        <p:nvPicPr>
          <p:cNvPr id="1026" name="Picture 2" descr="Bee GIFs | GIFDB.com">
            <a:extLst>
              <a:ext uri="{FF2B5EF4-FFF2-40B4-BE49-F238E27FC236}">
                <a16:creationId xmlns:a16="http://schemas.microsoft.com/office/drawing/2014/main" id="{11064DE4-59BE-ED27-2662-4C46F0AF4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782" y="5156614"/>
            <a:ext cx="3897796" cy="389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57023D01-C81E-13BF-6CBA-F324A1090E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6117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ABE13-BB69-8DED-1A93-684B2530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EB35D7-AC06-7F40-A298-783D20D5711A}"/>
              </a:ext>
            </a:extLst>
          </p:cNvPr>
          <p:cNvSpPr/>
          <p:nvPr/>
        </p:nvSpPr>
        <p:spPr>
          <a:xfrm>
            <a:off x="-14614" y="-1140160"/>
            <a:ext cx="18302613" cy="577080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97DCD6-FFAE-EEEF-547F-9CC1532520DE}"/>
              </a:ext>
            </a:extLst>
          </p:cNvPr>
          <p:cNvSpPr/>
          <p:nvPr/>
        </p:nvSpPr>
        <p:spPr>
          <a:xfrm>
            <a:off x="1262544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27E3743-C4F2-B5F5-DDE3-7E5893A38BB4}"/>
              </a:ext>
            </a:extLst>
          </p:cNvPr>
          <p:cNvSpPr/>
          <p:nvPr/>
        </p:nvSpPr>
        <p:spPr>
          <a:xfrm>
            <a:off x="-265841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DD9B26B-A291-54B7-EA3B-4A42DC4B537D}"/>
              </a:ext>
            </a:extLst>
          </p:cNvPr>
          <p:cNvSpPr/>
          <p:nvPr/>
        </p:nvSpPr>
        <p:spPr>
          <a:xfrm>
            <a:off x="1861814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15A095-A289-3B1D-D4FE-DF8507744692}"/>
              </a:ext>
            </a:extLst>
          </p:cNvPr>
          <p:cNvSpPr/>
          <p:nvPr/>
        </p:nvSpPr>
        <p:spPr>
          <a:xfrm>
            <a:off x="4031255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7421EC3-67B7-0152-69F6-DF721AD2ACAB}"/>
              </a:ext>
            </a:extLst>
          </p:cNvPr>
          <p:cNvSpPr/>
          <p:nvPr/>
        </p:nvSpPr>
        <p:spPr>
          <a:xfrm>
            <a:off x="6179802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26D100D-6A47-B216-2908-3D38D6D8FC74}"/>
              </a:ext>
            </a:extLst>
          </p:cNvPr>
          <p:cNvSpPr/>
          <p:nvPr/>
        </p:nvSpPr>
        <p:spPr>
          <a:xfrm>
            <a:off x="832835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047B8A4-22AA-6328-1026-0BABFA6DC02C}"/>
              </a:ext>
            </a:extLst>
          </p:cNvPr>
          <p:cNvSpPr/>
          <p:nvPr/>
        </p:nvSpPr>
        <p:spPr>
          <a:xfrm>
            <a:off x="1047689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C1C1D6A-DFF6-35EF-D5F5-82291F555783}"/>
              </a:ext>
            </a:extLst>
          </p:cNvPr>
          <p:cNvSpPr/>
          <p:nvPr/>
        </p:nvSpPr>
        <p:spPr>
          <a:xfrm>
            <a:off x="14772558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4" y="0"/>
                </a:lnTo>
                <a:lnTo>
                  <a:pt x="2571634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6CC33B0-1294-315A-7AD6-C68D0E9D5DD1}"/>
              </a:ext>
            </a:extLst>
          </p:cNvPr>
          <p:cNvSpPr/>
          <p:nvPr/>
        </p:nvSpPr>
        <p:spPr>
          <a:xfrm>
            <a:off x="16919670" y="-279064"/>
            <a:ext cx="2571635" cy="1983442"/>
          </a:xfrm>
          <a:custGeom>
            <a:avLst/>
            <a:gdLst/>
            <a:ahLst/>
            <a:cxnLst/>
            <a:rect l="l" t="t" r="r" b="b"/>
            <a:pathLst>
              <a:path w="2571635" h="1983442">
                <a:moveTo>
                  <a:pt x="0" y="0"/>
                </a:moveTo>
                <a:lnTo>
                  <a:pt x="2571635" y="0"/>
                </a:lnTo>
                <a:lnTo>
                  <a:pt x="2571635" y="1983442"/>
                </a:lnTo>
                <a:lnTo>
                  <a:pt x="0" y="198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52F7B85-4E43-4EB6-828D-9D62A5781113}"/>
              </a:ext>
            </a:extLst>
          </p:cNvPr>
          <p:cNvSpPr txBox="1"/>
          <p:nvPr/>
        </p:nvSpPr>
        <p:spPr>
          <a:xfrm>
            <a:off x="4031255" y="4088219"/>
            <a:ext cx="9486140" cy="124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9"/>
              </a:lnSpc>
            </a:pPr>
            <a:r>
              <a:rPr lang="en-US" sz="9900" dirty="0">
                <a:solidFill>
                  <a:srgbClr val="663312"/>
                </a:solidFill>
                <a:latin typeface="Modak"/>
                <a:ea typeface="Modak"/>
                <a:cs typeface="Modak"/>
                <a:sym typeface="Modak"/>
              </a:rPr>
              <a:t>Round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87BE92-EA8E-0C26-6786-B2CCC145D929}"/>
              </a:ext>
            </a:extLst>
          </p:cNvPr>
          <p:cNvSpPr/>
          <p:nvPr/>
        </p:nvSpPr>
        <p:spPr>
          <a:xfrm>
            <a:off x="6504732" y="5608200"/>
            <a:ext cx="484164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“Story time”</a:t>
            </a:r>
          </a:p>
        </p:txBody>
      </p:sp>
      <p:sp>
        <p:nvSpPr>
          <p:cNvPr id="6" name="AutoShape 2" descr="Dry Erase Board, 11 X 14 Inch with a Black Dry Erase Marker, Small White  Board, White Board for Kids, White Board for Students, Small Dry Erase Board  - China White Board,">
            <a:extLst>
              <a:ext uri="{FF2B5EF4-FFF2-40B4-BE49-F238E27FC236}">
                <a16:creationId xmlns:a16="http://schemas.microsoft.com/office/drawing/2014/main" id="{9E238534-D395-6B04-F577-22A6AB3817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6146" name="Picture 2" descr="Toliti GIFs on GIPHY - Be Animated">
            <a:extLst>
              <a:ext uri="{FF2B5EF4-FFF2-40B4-BE49-F238E27FC236}">
                <a16:creationId xmlns:a16="http://schemas.microsoft.com/office/drawing/2014/main" id="{F1580E28-2E6E-3C22-3454-D879C0729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814" y="4218044"/>
            <a:ext cx="5770806" cy="577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3D8CC197-F9D1-0EE2-21F1-254A8023387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Reading Gif - IceGif">
            <a:extLst>
              <a:ext uri="{FF2B5EF4-FFF2-40B4-BE49-F238E27FC236}">
                <a16:creationId xmlns:a16="http://schemas.microsoft.com/office/drawing/2014/main" id="{1CE76D17-8882-90C2-C7EE-69DB5E94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0743" y="5036127"/>
            <a:ext cx="474345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475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5718D940-4CAB-564A-A4F8-99DD4DF963F2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4" name="Content Placeholder 6">
            <a:extLst>
              <a:ext uri="{FF2B5EF4-FFF2-40B4-BE49-F238E27FC236}">
                <a16:creationId xmlns:a16="http://schemas.microsoft.com/office/drawing/2014/main" id="{43CE847E-DDA9-5303-BDC8-D5B183042B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6636" y="3148840"/>
            <a:ext cx="14174697" cy="3281180"/>
          </a:xfrm>
          <a:prstGeom prst="rect">
            <a:avLst/>
          </a:prstGeom>
        </p:spPr>
      </p:pic>
      <p:pic>
        <p:nvPicPr>
          <p:cNvPr id="35" name="Content Placeholder 4">
            <a:extLst>
              <a:ext uri="{FF2B5EF4-FFF2-40B4-BE49-F238E27FC236}">
                <a16:creationId xmlns:a16="http://schemas.microsoft.com/office/drawing/2014/main" id="{0A33270B-2E54-9FDB-BCBC-C7754E4545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1588" y="6618978"/>
            <a:ext cx="13603916" cy="2286793"/>
          </a:xfrm>
          <a:prstGeom prst="rect">
            <a:avLst/>
          </a:prstGeom>
        </p:spPr>
      </p:pic>
      <p:pic>
        <p:nvPicPr>
          <p:cNvPr id="36" name="Picture 35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BB477219-4D2A-2AC1-5FC5-D49FD90C788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B0D74-738D-759F-2273-8B5C9A9A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87039C-A9FB-5A1C-867B-DED63DF36D2F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4076B03-FC43-8DBF-37AB-749E6B7949E5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461A9DE-1476-7BE2-2848-BB9C0BE85D51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B138A92-0461-1EF6-8913-B062568C68D3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2184BE3-5607-3A5B-8942-E471B7BD3308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54C7313-8697-BBF9-62D0-7186F1CC7B81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880FDCE-A49C-B042-8988-FF3D5C6CA070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11225BC-07BC-30E2-4AC2-E36E0BF31828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09BBBFF-2ADA-3D69-FF3C-00F9A3E48D93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5EA7BBE-8039-D1BD-A669-0D755F86F9CA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7F15CBD-E3F5-EBB1-C813-91F039CEAC58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6ED7F81-DBF3-94AF-8819-3C2EC6BE8415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2585453-E7EA-80EB-74BF-209C61F8D917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2AB9EC7-0191-95C7-9124-459E1F626545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58D5438-BF0B-77F7-717E-F06EA7E9DF67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70A1F84-F6C0-FDA4-C901-4B7659554169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7E83ED0-C533-DEBC-32FF-C1288CFD2C4A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95BC9BA-4007-13D2-2DA1-D8B4576770AF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EC57EA7-C136-E060-CC68-22B32623DD2D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D344410-A99E-B7D2-6538-7BFFDCAFA7F6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27A75CD-AB18-7862-292D-7582D46FBB8E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8EE38E7-968E-AB01-8D6E-EC6856A7B531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726623-C36F-475C-4E25-C1C4A7119021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CCC0240-E143-49C2-A576-9561CA3AB2BC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4884977F-5EE2-C08D-6814-D330A21EBE3E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7F4C566E-757C-9D28-2522-427CF1662AEF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52150A10-0A6D-E083-2C35-16D9983BCDBA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F955588F-CEFD-098B-3248-0715897CEE22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5A98B6F9-DED3-D31D-44B0-3FF52E0657F7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1" name="Content Placeholder 4">
            <a:extLst>
              <a:ext uri="{FF2B5EF4-FFF2-40B4-BE49-F238E27FC236}">
                <a16:creationId xmlns:a16="http://schemas.microsoft.com/office/drawing/2014/main" id="{23FE631B-B22D-1368-D569-035AC22099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3758" y="3143511"/>
            <a:ext cx="13762042" cy="2614584"/>
          </a:xfrm>
          <a:prstGeom prst="rect">
            <a:avLst/>
          </a:prstGeom>
        </p:spPr>
      </p:pic>
      <p:pic>
        <p:nvPicPr>
          <p:cNvPr id="31" name="Content Placeholder 4">
            <a:extLst>
              <a:ext uri="{FF2B5EF4-FFF2-40B4-BE49-F238E27FC236}">
                <a16:creationId xmlns:a16="http://schemas.microsoft.com/office/drawing/2014/main" id="{D8ECAB82-BDFA-2DBC-A19E-E2A22140BF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4333" y="6255673"/>
            <a:ext cx="12562729" cy="3164086"/>
          </a:xfrm>
          <a:prstGeom prst="rect">
            <a:avLst/>
          </a:prstGeom>
        </p:spPr>
      </p:pic>
      <p:pic>
        <p:nvPicPr>
          <p:cNvPr id="32" name="Picture 31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284778E2-61F9-FF6C-2606-9350BE1E5E8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3658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A9567-FF4C-C344-8E30-149F14F8E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143E64-FB53-C191-F35C-0DD21FEACAC2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DF26F4-08D1-79F0-3CBB-9CD9DA7673F4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A74A3F9-4238-325E-44F8-B49C150689DB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78205CB-6185-2FFF-E366-C971F995BE10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BACD456-0A1D-77AC-6161-F0B965BA6F8F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3A4139D-FEA4-4E8E-AB84-F1CACF3EA4DF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D7EFE34-CFAE-356F-5CAB-44D947749D5C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0A460E6-B59C-722B-E707-B841D2ACB9E6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956B9EE-BBCC-8DEC-E8E7-D5D2D77B5805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92CA8EE-C9E9-0599-950E-EC80B734F11A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67AED05-A508-59C2-4D37-E738A8C6D910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660C135-CE1E-1F30-6150-F1AAB818B398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DAC9765-C47D-4E7F-8F2D-80756CF8FF51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07E8340-FDBE-0F8F-0A73-4BC01125DF5A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FE9C2C4-2ECD-A57B-0B15-FFF180E65264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4022FE-8DDF-98E0-08C7-0885FCF30224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5D261E3-FDC0-91B2-C267-6C2466D792F8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BDCEAF8-B23B-FF08-8862-36E483261327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20C2F4C1-B5E0-BD61-3C28-5FE56B05A661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51D6F27-66BA-A50D-60F8-47C0C11C3BB8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B1411838-4A7C-A1B9-15F1-D7F148B3A436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2E9F1DB-133C-B0A5-EAAE-9F443807716B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FDCB5B8-2F78-2B83-450E-50F4C1DB855F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99879E2-F0ED-67EB-DF89-2E83EFB91145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014FE0A-9074-94B8-AEE3-91ABCC17F202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5453B2EB-2BB4-6A99-F48A-8687BED9C140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FA7693C2-B3CF-0301-608E-F2AA34410822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9AA88057-C32F-056C-F3EE-BB7139FC3E25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552A36CA-E8B5-03FF-F76B-482EE2ED6EEA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4" name="Content Placeholder 6">
            <a:extLst>
              <a:ext uri="{FF2B5EF4-FFF2-40B4-BE49-F238E27FC236}">
                <a16:creationId xmlns:a16="http://schemas.microsoft.com/office/drawing/2014/main" id="{CD15CBA6-059C-48A2-88D3-24C94D9CA8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6636" y="3148840"/>
            <a:ext cx="14174697" cy="3281180"/>
          </a:xfrm>
          <a:prstGeom prst="rect">
            <a:avLst/>
          </a:prstGeom>
        </p:spPr>
      </p:pic>
      <p:pic>
        <p:nvPicPr>
          <p:cNvPr id="35" name="Content Placeholder 4">
            <a:extLst>
              <a:ext uri="{FF2B5EF4-FFF2-40B4-BE49-F238E27FC236}">
                <a16:creationId xmlns:a16="http://schemas.microsoft.com/office/drawing/2014/main" id="{1B23E9EA-6284-16B0-8EAE-061198FEF0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1588" y="6618978"/>
            <a:ext cx="13603916" cy="2286793"/>
          </a:xfrm>
          <a:prstGeom prst="rect">
            <a:avLst/>
          </a:prstGeom>
        </p:spPr>
      </p:pic>
      <p:pic>
        <p:nvPicPr>
          <p:cNvPr id="21" name="Picture 20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22E5AF58-AE56-3F40-54C0-507C53447C1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63426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1D935-4C0C-BD92-E01D-D06926B7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EED022-FF1B-388F-2BF3-7E2489B34450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5C806FC-92C4-2ECA-34FF-82A472C915A4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8332064-674C-675B-3579-54697573E346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2129248-E752-4641-D984-16A081EC849E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5215516-B085-2F50-7CF4-B7F236220334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0BE821-E7B6-A1F0-EB53-E11C212C0734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EB51AAB-410F-9E2E-2D73-04EEDCC08A82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6C332C9-6B0A-DCAA-3A1D-4A2FFB29AE0E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E88652A-318D-6543-512B-7FE3D1C7B608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4E85440-D8E3-0235-BFB4-D1BE67E59B38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AF067A6-C39C-B89E-8EFD-88981C143DEE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DE845DA-6201-C187-F1E2-1BC6DA536928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AB5490D-36D9-EA24-5DC3-0416C1217102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69A9327-1FA9-1A61-95E0-D6784BFDC4D3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6C48432-0FD1-121F-ABFC-14CC889DDCE0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D4FECF3-1C4D-62B2-4B4B-1D66F39FD9E4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D2C8112-2FA8-EA73-256D-982F8053FA14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6BFA4E9-9C5C-B0CE-EE95-9B115274D198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8C42ED63-758E-4D46-8B1E-8412F38B35D0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2A3A912-7128-7A72-615E-CE7C1F24810A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198A737-8A86-A43C-0B0C-6D40B906F85C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247771CE-9A58-ED40-82EA-D21256D56626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C56A2F8-8687-8E75-D3EF-96C272A11B0E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7ECB138-B0A1-130A-460E-A057E5C545E0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EE33D9B-6144-B132-1B2A-8FD2ABA7FDE1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BED2E526-8A04-829D-4300-1EFD84245011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8CCE2FCD-9745-F452-D136-03866C077DD5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C8A9358C-86A8-A357-41F6-177C9540DD8F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8D23416E-DF3D-0F9D-6BE7-1C7AD34D9D0D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1" name="Content Placeholder 4">
            <a:extLst>
              <a:ext uri="{FF2B5EF4-FFF2-40B4-BE49-F238E27FC236}">
                <a16:creationId xmlns:a16="http://schemas.microsoft.com/office/drawing/2014/main" id="{BBF6D681-D9EA-CD6F-F469-2498DEE42D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9321" y="3713199"/>
            <a:ext cx="12069358" cy="4357308"/>
          </a:xfrm>
          <a:prstGeom prst="rect">
            <a:avLst/>
          </a:prstGeom>
        </p:spPr>
      </p:pic>
      <p:pic>
        <p:nvPicPr>
          <p:cNvPr id="31" name="Picture 30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E3A5FA9E-D408-2BFA-44CE-6B15D6029C8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4599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33799-C21B-1E14-5C13-0CF8D534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C1919C-D41D-1E83-CDED-24AB8D45BADC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1A39536-D598-E800-7E8C-7F3BABD3486A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D2CF0D5-6B19-BA5A-244C-B9E4593EE07B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805BFE9-E404-5CB6-AE99-9001F25E01DF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8840C37-D08F-8FE7-33D1-45C212C91392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5D3C657-D113-26B9-FCD3-602FB2D2B295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E648264-E78A-8C67-C5D0-E358A96321C1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5773783-E74A-3F77-7AD5-68A372C50400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B029BB7-FDE3-8133-1419-4E4EF37C88CA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F412220-ECBE-3958-0E30-584BDF96A246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764EB49-9E6B-D125-358E-ED6545F901BC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EE7041D-DF30-D681-3444-306E410A6882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3951CF0-38F1-FE65-FF6F-4CAD88AAD734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42879DA-CE4F-7FA7-4E02-EEEF1F3416BF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D99DC79-2BD0-91D6-0138-DAF37CA0CEC0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70EA8F4-137B-5EF5-0251-0CF92B7ABD7F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77243AD-0C57-DE85-781A-9DB467ACE859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877C5-34C0-876F-9C00-A0D0C63FEB4E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47E019B-8938-00DC-32EC-A47A953F41C3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7F0C0A4-CD96-6DB7-265B-8D50CF8EB4CE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7AA8C25-1800-6504-FB90-785FF1B952FA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85D4D0C-65EA-BFBE-010D-CA6D8134398B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C518AB4-5A65-843A-92B0-F8E670C0C301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11CDB529-2573-130E-BB61-5F4D8432E1BF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F66ADB3-8315-CD70-F3B2-200D635A9697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F1F7D6AB-038B-7D17-9D8F-DC52ABB90D87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015B1A61-7A0A-2908-FBE2-937B9566272E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C403C60E-0011-390D-8FD7-4E4EE7C5B93B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44246487-9D43-8AF0-221A-3DD405385136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1" name="Content Placeholder 4">
            <a:extLst>
              <a:ext uri="{FF2B5EF4-FFF2-40B4-BE49-F238E27FC236}">
                <a16:creationId xmlns:a16="http://schemas.microsoft.com/office/drawing/2014/main" id="{278345E2-6024-F846-18A2-4EBE6BB2C6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3523" y="3145042"/>
            <a:ext cx="14687460" cy="3394075"/>
          </a:xfrm>
          <a:prstGeom prst="rect">
            <a:avLst/>
          </a:prstGeom>
        </p:spPr>
      </p:pic>
      <p:pic>
        <p:nvPicPr>
          <p:cNvPr id="32" name="Content Placeholder 4">
            <a:extLst>
              <a:ext uri="{FF2B5EF4-FFF2-40B4-BE49-F238E27FC236}">
                <a16:creationId xmlns:a16="http://schemas.microsoft.com/office/drawing/2014/main" id="{194AAE56-FB51-5959-C1E8-580F979A8B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9800" y="6873202"/>
            <a:ext cx="14739501" cy="2168655"/>
          </a:xfrm>
          <a:prstGeom prst="rect">
            <a:avLst/>
          </a:prstGeom>
        </p:spPr>
      </p:pic>
      <p:pic>
        <p:nvPicPr>
          <p:cNvPr id="34" name="Picture 3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6722B948-9CE1-C4BC-411E-240DE8259D8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3140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99FEA-1A78-F563-0AAB-A850002F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712A4F-94D5-EB8D-B17F-2B8D52EE16D2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0DF990C-BC64-E8BE-A8B5-18CA3538048C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D27DA9E-C28D-A210-4D0C-BB2F62DEB1BD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99A0DC4-BEEB-1871-170A-388FF24DA313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094FA47-E475-D3F1-FD67-050A48C4D629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50175B4-3154-189C-C799-0FCD70EB2928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0EC3F13-A6D1-1F03-3738-E453B9A04A15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24AE8BC-665B-28EE-E09D-C3AC9AE43630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B9BE9CF-3246-9AAB-08AF-A8E7617037FF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1C30912-38B6-142C-04E5-058D7FB1EBCE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A435D21-4458-ACDC-E618-D21B273D523F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EC757B0-CA05-2F7F-9AFE-C9701FDE98DB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3FAD262-2C92-1598-6821-40694EC43EC7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F22F63A-90D9-7C19-82D3-1E27A89E5411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506CE58-7851-1809-54E1-E976F6B51810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98E18C9-81BD-81DE-C125-1F15986DC6FF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10661FF-70C5-1BA5-EB71-2C6D8A07B733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B626ABF-3AC1-5D53-803A-FB4777FF9BB6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9133BA66-ED2C-91C2-E0AA-8033DF98FFC2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2B90AE5-A56E-ED16-1003-C3EE89630012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6666553-DCD9-123B-8900-8BB1C52A95CF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C777465-B67B-0115-EED2-09654AD3BF8D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6FDE1CA-7E58-8B26-34C9-A704733BAFDC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5F3A8CD-32A8-595E-C5A3-DCF3BF431807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9F99A26-DFE4-2BEB-4E18-3DC27BB2314E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C99CED33-61F0-45DD-F903-E7F9649B0ACF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C6A165D0-D2A4-EDAE-2594-222D767F8D67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1E909E5F-9D1E-2313-FD84-FD9018609F3D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3975A3A2-EA3C-D73C-70EC-F5DA2A4704A8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1" name="Content Placeholder 4">
            <a:extLst>
              <a:ext uri="{FF2B5EF4-FFF2-40B4-BE49-F238E27FC236}">
                <a16:creationId xmlns:a16="http://schemas.microsoft.com/office/drawing/2014/main" id="{57749161-7EFB-A89D-1C5D-6CD4BAA2BD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9321" y="3713199"/>
            <a:ext cx="12069358" cy="4357308"/>
          </a:xfrm>
          <a:prstGeom prst="rect">
            <a:avLst/>
          </a:prstGeom>
        </p:spPr>
      </p:pic>
      <p:pic>
        <p:nvPicPr>
          <p:cNvPr id="31" name="Picture 30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DFCB32AD-7B47-D802-EDC6-691E9624CCE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5039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3599D-EDE6-0FF9-ABC6-7D9EC2E39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3F1A49-1463-7171-78FE-B1714FA9B796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69681AA-AE9E-DC69-AE50-455EB8FA23C6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9FE3BFD-E5B3-BB4E-8A98-6B089F97B6CE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5DC710D-E8B3-11BE-0A7B-89EF53027134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43BB953-E483-18C3-BA93-644127F94314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73430E2-D489-D3FC-E91D-5D5BAF2776D0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FF90E1E-DD06-14FF-9BD8-052505EB8FD5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914C0C1-903E-5344-5EC0-D47FB44D7D3D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803CAC5-23E0-3387-0B38-3A87D6E437A7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AFE7005-C025-F1F4-5290-764FDF42AB11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9D0F779-2B25-D88E-9809-E4EFF492192E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5FA6118-2305-DA4C-03CC-57C5479B8FF9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26F86C0-A339-AE28-FB68-8AABE733FBD6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AC4C445-FBC0-D5E3-AEF5-A1CFF224698D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72C398B-6EC9-2729-F0FE-5B64580DE9F8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393AA4B-D365-C179-160B-EEC80668CA17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D7D55C3-6289-AC9D-C8D6-B5142500A0BD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A2A2D88-C7ED-8416-3D16-C89B32EE4F3B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DB1AD50-D9AA-8677-CD2A-48B91B0A4B16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9721A9B-EC43-4FC3-79DE-DCD8BAFD5770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6F44490-2111-F3BA-E212-2FF1EC8A5F48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2F525F-6735-0AF8-9A7F-6CBBF5CC06E6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9D95232-EB10-F061-6B16-2296220B6E68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A27FB79-4B68-0DAA-F48F-4EBA01B90BAD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171BF0D-D4AE-39CE-0F07-45CC603F7839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4E7B3D2C-A867-3E41-21C1-1660B2A718CD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816DEBDB-32C2-DA51-BE77-D95C8FEEF217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C7092D27-DB7C-686E-2D4B-FB5FF367A2AE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1796B490-8AF9-AEB8-3A9A-DB121CBEB9D9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B38CCD4-188B-D95F-580D-4C3B1079DB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4537" y="2824966"/>
            <a:ext cx="8973229" cy="262204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04A72A6-4C6A-3D5F-CF80-E06D6F15C7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2260" y="5968904"/>
            <a:ext cx="11342572" cy="2622048"/>
          </a:xfrm>
          <a:prstGeom prst="rect">
            <a:avLst/>
          </a:prstGeom>
        </p:spPr>
      </p:pic>
      <p:pic>
        <p:nvPicPr>
          <p:cNvPr id="36" name="Picture 35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2887571C-75BB-2380-3005-39FDC3F183F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190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D0E00-117D-4705-A19E-2A237785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745197-9DEB-DDBB-666C-2C43A19D14A4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AB2F351-9421-C620-6438-D3317D12D874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32A71EA-A0FA-7D21-B59B-234A8A556B58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21E5BDA-C13D-5A4E-88D0-900CEA05B1E7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EB48B8F-3CA0-5761-B235-B8B3D6B06118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129C175-62E5-A157-D992-D6C1977646D4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BE1D59E-7C12-CEDE-EEAC-7AFB6637ABE4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A3EC991-1FFA-02F3-FD0B-DCC719471B6E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7785483-A003-6027-96E2-7320EB841DC1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6668FBC-547A-CDA5-4316-05C0E2D86E6E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87B1051-2805-9F14-1FEC-DD72CF117133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4EF7075-D590-1F47-104B-A8DA8C595166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3B576FD-75C6-71F3-4BCE-9F2B22F5FFF2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398A1F9-3387-7100-C18F-E65CFC4E233B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0634644-6AA3-26E8-B568-DBD5977659DB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08B850F-3FE5-5643-1908-75AAB93C2D8A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2AE42EB-DF32-1A25-8177-A6E44DD500B9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F45F08-3851-C3F3-79DD-60594B3701A9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8BD40FCC-246E-4642-1A6C-FD3A05C85F33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7A87CFB-4D06-29C2-A79C-33572407D69E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934512D-E0D7-81CF-2A59-9ED5264AB3C6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59C3A4A-FABD-EA27-3336-96829F2FF7BF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15C3E62-C0F2-D385-FEDC-314D9E181BE6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0802855-C1ED-4479-FD8B-E02C103910E9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CFB7366-AA1A-0649-82C6-3318FB35932D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FAC808D9-537C-8601-A349-7EACBA0E1E66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867CD50F-45E4-1FAF-6CEF-BD801215D5BA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7069D935-88FA-EFBB-B826-01D324A9A005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5D80F736-DEB6-4E49-64F4-400D83534FCD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E071B28-737D-AE6F-DC6F-BE11DA31F1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6823" y="2935083"/>
            <a:ext cx="11641671" cy="258395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0225062-512D-738F-6320-84972036FA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7692" y="5716568"/>
            <a:ext cx="10750802" cy="3624322"/>
          </a:xfrm>
          <a:prstGeom prst="rect">
            <a:avLst/>
          </a:prstGeom>
        </p:spPr>
      </p:pic>
      <p:pic>
        <p:nvPicPr>
          <p:cNvPr id="37" name="Picture 36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2B7D7C52-CFCE-2943-CC0C-932A1B06C02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54584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C3187-1431-00B6-609D-D75BACA9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F997CA-560A-DAC4-809D-2D13B51A1527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74F093B-735E-8A4C-B967-CD98BB41DAF8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56B1B13-B8E0-2946-A895-6008F03BD094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FAA5D8E-CB4E-7ACC-35BE-411700CB3A71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79A0FA4-19E7-885C-AD9E-430451BD1EE2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0604986-B779-1530-41F1-DD0820E7AED3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9DBBACC-B82F-6D2B-7E96-10239B20A1FC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97A269C-0F56-2D35-D6A3-083335392D04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0EAD9A8-4CA1-A627-E49C-7576DE6F785E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5CA1D33-0EE7-3250-7326-DD1627E0769C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97B8B35-7F59-A11D-7AF7-35ADFAD1681A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C115140-3793-70F4-ED8F-17BEE44225CD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C32BE5C-4A7B-BD8E-B71B-E646FFA35290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AEC44E4-59C6-6D36-4986-F719FCFE70F3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EB788CC-8A7F-1205-5C93-4541118917B4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5A3FF13-CF23-6B8D-164B-33F03AC0D344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4F19173-BAC5-EA4B-82F0-B9C5CCB961BB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E29F6B3-6989-BE1E-4A23-EF9D52844F6B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48F367C-5B95-8FCD-A03B-01D3D152E6B3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B526350-773A-4236-BA11-1992E991B998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24384E5-C85F-7569-FC86-FF2E2DF9D3E5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CA996C-B007-F39C-4F5C-3C89C46DD30C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8597220-7046-25A8-E2D2-77ECD3D97284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5D2C9DA-9FF4-8070-727B-477136E22317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0ED27D3-7C6D-9A8D-3132-D1D79CF81330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91CCC40E-4E78-F764-C217-F45ADC8887E7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EDB218B9-F12C-5AC3-0766-BDB6E07564D9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449F0D60-3493-39D4-8EEE-DC1618740C5B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D4C6E0C1-7E98-7216-39F1-3EDF3EF7892F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D5634EE-B2D5-2BB0-7F21-09F5818601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9864" y="2704732"/>
            <a:ext cx="7358313" cy="6870362"/>
          </a:xfrm>
          <a:prstGeom prst="rect">
            <a:avLst/>
          </a:prstGeom>
        </p:spPr>
      </p:pic>
      <p:pic>
        <p:nvPicPr>
          <p:cNvPr id="34" name="Picture 33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F5460805-4516-44E7-8F25-8BA8CA641E5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58484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6E895-EA97-C53C-4427-126052CFA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973EBB-58D3-543A-F3C2-9CA5B9C1D888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0A30D6D-1CEB-151E-E6C5-54BAA8922F0A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AE3D271-B041-3C19-6047-868F2790660B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21EF882-DC37-BB66-0630-0F732EFAEACA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F6A9CBE-840D-7D65-BB93-667597F8DD74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4F0AE65-C9EA-62C4-9C59-80593F8F92D6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11812C3-FC0E-D2B7-EF18-9914F81B68A5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AEF95E6-7475-9CBC-DD1B-E24CE4CEB92D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B9CD3C9-56C9-F228-781B-D27C88C07D50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26267CD-6EA5-6944-28E1-6459C78ECCA2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E20FC2A-175D-51D6-75CB-723D6D2364CB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CD663DE-C7D1-CB1F-B667-5267ADBA1CD8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A2BDE5D-AC3D-9FFF-4B7B-3B2ACFFE3F1C}"/>
              </a:ext>
            </a:extLst>
          </p:cNvPr>
          <p:cNvGrpSpPr/>
          <p:nvPr/>
        </p:nvGrpSpPr>
        <p:grpSpPr>
          <a:xfrm>
            <a:off x="1028700" y="254848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ED4318B-7DFD-9BCB-D00B-8996FB566C42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8C199F4-E2BB-F7AB-2F0C-C65E3C30FC7D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585BB1A-D544-453A-1734-E52CD2351E75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D4041D7-F41A-8CED-D7FA-F919B5B7C442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5F6BA44-1B27-EDD6-75D6-37530C51449B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C6BAE34-5597-DEA7-3124-35E750A5D6DD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42AA5D3-0117-848C-BD0B-3800BED98AE6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072FB87-CAB3-608B-4D94-002826084BCE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465B99E-5160-0B4E-714F-ADDBA6AF00D3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51E5938-045B-CC12-D6FF-333E32D0D193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818E4F8-D08D-582A-184B-050A399F58DA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F259BF6-A079-762C-99CD-5A0337574354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6AC4D836-BBD1-5234-1A6A-32B7358AB2F9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BCE9D230-9245-E869-184B-083E1CF14027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BF89E850-27F5-9D3B-6F77-2A1F7B0799DF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E81BF10C-F11F-6155-0E18-575A52A8A078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5EFB0B2-1DB2-A67C-FD05-4B07809365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4446" y="3162587"/>
            <a:ext cx="12650271" cy="5806383"/>
          </a:xfrm>
          <a:prstGeom prst="rect">
            <a:avLst/>
          </a:prstGeom>
        </p:spPr>
      </p:pic>
      <p:pic>
        <p:nvPicPr>
          <p:cNvPr id="36" name="Picture 35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EDF75C8D-7C17-28CA-4047-F3AE16ED437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2443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F3F3C1-5AEB-E04F-5477-F95B3FA6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38702E1-712E-14FF-D8DE-A6E21A558D67}"/>
              </a:ext>
            </a:extLst>
          </p:cNvPr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64DF0E4-065C-3CF4-1629-1E00BB96F6E4}"/>
              </a:ext>
            </a:extLst>
          </p:cNvPr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AF583F3-7B5A-7277-7AF8-5B21CC447815}"/>
              </a:ext>
            </a:extLst>
          </p:cNvPr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6D44008-44EF-43C3-F68D-5400A7B5B1D5}"/>
              </a:ext>
            </a:extLst>
          </p:cNvPr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F35E847-9EF6-8B31-8650-26E568ECCF4F}"/>
              </a:ext>
            </a:extLst>
          </p:cNvPr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51714F1-E3C1-B05A-068A-AD0901829DEA}"/>
              </a:ext>
            </a:extLst>
          </p:cNvPr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796F9C-9A1B-1EE8-28AC-1D4B70AFC610}"/>
              </a:ext>
            </a:extLst>
          </p:cNvPr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2BE450A-8CB7-79FC-CC86-46DF09E7B514}"/>
              </a:ext>
            </a:extLst>
          </p:cNvPr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48723C0-7815-3BC4-B2D9-69D574385C78}"/>
              </a:ext>
            </a:extLst>
          </p:cNvPr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D6C3970-9EFE-E111-6C4B-BBDC5ED1BF04}"/>
              </a:ext>
            </a:extLst>
          </p:cNvPr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0A9B243-761D-DC3D-5267-4BCB6245FF92}"/>
                </a:ext>
              </a:extLst>
            </p:cNvPr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22959BC-92F0-7B72-B2D2-5D6E43B8B1C5}"/>
                </a:ext>
              </a:extLst>
            </p:cNvPr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32ECE97-6B10-D581-B51D-7B1DA52A8D63}"/>
              </a:ext>
            </a:extLst>
          </p:cNvPr>
          <p:cNvGrpSpPr/>
          <p:nvPr/>
        </p:nvGrpSpPr>
        <p:grpSpPr>
          <a:xfrm>
            <a:off x="1028700" y="2518040"/>
            <a:ext cx="16230600" cy="2470541"/>
            <a:chOff x="0" y="0"/>
            <a:chExt cx="6734872" cy="94890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C3538C3-5B95-0DD5-8AB5-04B59EA21D0D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69E8439-9D5C-CF21-567D-CF79A1EF106E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469A7E9-BB39-883D-0824-BFA3408FEBC8}"/>
              </a:ext>
            </a:extLst>
          </p:cNvPr>
          <p:cNvGrpSpPr/>
          <p:nvPr/>
        </p:nvGrpSpPr>
        <p:grpSpPr>
          <a:xfrm rot="773971">
            <a:off x="246454" y="1743155"/>
            <a:ext cx="511607" cy="265144"/>
            <a:chOff x="0" y="0"/>
            <a:chExt cx="1607474" cy="83308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1C96D22-74EC-8FBA-E3D0-74FD227FB519}"/>
                </a:ext>
              </a:extLst>
            </p:cNvPr>
            <p:cNvSpPr/>
            <p:nvPr/>
          </p:nvSpPr>
          <p:spPr>
            <a:xfrm>
              <a:off x="0" y="0"/>
              <a:ext cx="1607474" cy="833084"/>
            </a:xfrm>
            <a:custGeom>
              <a:avLst/>
              <a:gdLst/>
              <a:ahLst/>
              <a:cxnLst/>
              <a:rect l="l" t="t" r="r" b="b"/>
              <a:pathLst>
                <a:path w="1607474" h="833084">
                  <a:moveTo>
                    <a:pt x="803737" y="0"/>
                  </a:moveTo>
                  <a:cubicBezTo>
                    <a:pt x="359845" y="0"/>
                    <a:pt x="0" y="186492"/>
                    <a:pt x="0" y="416542"/>
                  </a:cubicBezTo>
                  <a:cubicBezTo>
                    <a:pt x="0" y="646592"/>
                    <a:pt x="359845" y="833084"/>
                    <a:pt x="803737" y="833084"/>
                  </a:cubicBezTo>
                  <a:cubicBezTo>
                    <a:pt x="1247629" y="833084"/>
                    <a:pt x="1607474" y="646592"/>
                    <a:pt x="1607474" y="416542"/>
                  </a:cubicBezTo>
                  <a:cubicBezTo>
                    <a:pt x="1607474" y="186492"/>
                    <a:pt x="1247629" y="0"/>
                    <a:pt x="803737" y="0"/>
                  </a:cubicBezTo>
                  <a:close/>
                </a:path>
              </a:pathLst>
            </a:custGeom>
            <a:solidFill>
              <a:srgbClr val="FDBE01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17E03B2-D697-5952-B2D2-047D99DBDBDB}"/>
                </a:ext>
              </a:extLst>
            </p:cNvPr>
            <p:cNvSpPr txBox="1"/>
            <p:nvPr/>
          </p:nvSpPr>
          <p:spPr>
            <a:xfrm>
              <a:off x="150701" y="40002"/>
              <a:ext cx="1306073" cy="714981"/>
            </a:xfrm>
            <a:prstGeom prst="rect">
              <a:avLst/>
            </a:prstGeom>
          </p:spPr>
          <p:txBody>
            <a:bodyPr lIns="25492" tIns="25492" rIns="25492" bIns="2549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8358F093-745D-C83D-6112-1B65A08A30EE}"/>
              </a:ext>
            </a:extLst>
          </p:cNvPr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Story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7743487-E351-D17B-5D94-E3903721154E}"/>
              </a:ext>
            </a:extLst>
          </p:cNvPr>
          <p:cNvGrpSpPr/>
          <p:nvPr/>
        </p:nvGrpSpPr>
        <p:grpSpPr>
          <a:xfrm>
            <a:off x="1028700" y="4988581"/>
            <a:ext cx="16230600" cy="2598929"/>
            <a:chOff x="0" y="0"/>
            <a:chExt cx="6734872" cy="94890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BB1F872-6CC2-E51D-D0F7-03FA48DC7760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0B960B3-DAD0-A6C0-277E-C1743ABBC9A3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BC0B5DC-8232-D110-57AF-8597329F3FDD}"/>
              </a:ext>
            </a:extLst>
          </p:cNvPr>
          <p:cNvGrpSpPr/>
          <p:nvPr/>
        </p:nvGrpSpPr>
        <p:grpSpPr>
          <a:xfrm>
            <a:off x="1028700" y="7428682"/>
            <a:ext cx="16230600" cy="2286793"/>
            <a:chOff x="0" y="0"/>
            <a:chExt cx="6734872" cy="94890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BE2EBBF-4EF3-6190-9017-A2899958E3AC}"/>
                </a:ext>
              </a:extLst>
            </p:cNvPr>
            <p:cNvSpPr/>
            <p:nvPr/>
          </p:nvSpPr>
          <p:spPr>
            <a:xfrm>
              <a:off x="0" y="0"/>
              <a:ext cx="6734872" cy="948903"/>
            </a:xfrm>
            <a:custGeom>
              <a:avLst/>
              <a:gdLst/>
              <a:ahLst/>
              <a:cxnLst/>
              <a:rect l="l" t="t" r="r" b="b"/>
              <a:pathLst>
                <a:path w="6734872" h="948903">
                  <a:moveTo>
                    <a:pt x="0" y="0"/>
                  </a:moveTo>
                  <a:lnTo>
                    <a:pt x="6734872" y="0"/>
                  </a:lnTo>
                  <a:lnTo>
                    <a:pt x="6734872" y="948903"/>
                  </a:lnTo>
                  <a:lnTo>
                    <a:pt x="0" y="94890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9F39E0D-697D-C67B-78FA-C1A281369974}"/>
                </a:ext>
              </a:extLst>
            </p:cNvPr>
            <p:cNvSpPr txBox="1"/>
            <p:nvPr/>
          </p:nvSpPr>
          <p:spPr>
            <a:xfrm>
              <a:off x="0" y="-38100"/>
              <a:ext cx="6734872" cy="987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F33C0EA0-8272-C4BD-CAC5-6F1A77C51EB5}"/>
              </a:ext>
            </a:extLst>
          </p:cNvPr>
          <p:cNvSpPr/>
          <p:nvPr/>
        </p:nvSpPr>
        <p:spPr>
          <a:xfrm>
            <a:off x="594732" y="3330875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6BF75C8-8FF7-502B-19F5-359501DC00E6}"/>
              </a:ext>
            </a:extLst>
          </p:cNvPr>
          <p:cNvSpPr/>
          <p:nvPr/>
        </p:nvSpPr>
        <p:spPr>
          <a:xfrm>
            <a:off x="594732" y="5724837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1"/>
                </a:lnTo>
                <a:lnTo>
                  <a:pt x="0" y="814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12863CBD-5232-A768-3ADF-66C0A94ACCC1}"/>
              </a:ext>
            </a:extLst>
          </p:cNvPr>
          <p:cNvSpPr/>
          <p:nvPr/>
        </p:nvSpPr>
        <p:spPr>
          <a:xfrm>
            <a:off x="594732" y="8118798"/>
            <a:ext cx="867936" cy="814281"/>
          </a:xfrm>
          <a:custGeom>
            <a:avLst/>
            <a:gdLst/>
            <a:ahLst/>
            <a:cxnLst/>
            <a:rect l="l" t="t" r="r" b="b"/>
            <a:pathLst>
              <a:path w="867936" h="814281">
                <a:moveTo>
                  <a:pt x="0" y="0"/>
                </a:moveTo>
                <a:lnTo>
                  <a:pt x="867936" y="0"/>
                </a:lnTo>
                <a:lnTo>
                  <a:pt x="867936" y="814282"/>
                </a:lnTo>
                <a:lnTo>
                  <a:pt x="0" y="814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6E96C1D-85D5-1FAF-5AFD-2723C442E82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t="6708" r="237"/>
          <a:stretch/>
        </p:blipFill>
        <p:spPr>
          <a:xfrm>
            <a:off x="4924202" y="2679133"/>
            <a:ext cx="8127168" cy="6926580"/>
          </a:xfrm>
          <a:prstGeom prst="rect">
            <a:avLst/>
          </a:prstGeom>
        </p:spPr>
      </p:pic>
      <p:sp>
        <p:nvSpPr>
          <p:cNvPr id="33" name="Freeform 26">
            <a:extLst>
              <a:ext uri="{FF2B5EF4-FFF2-40B4-BE49-F238E27FC236}">
                <a16:creationId xmlns:a16="http://schemas.microsoft.com/office/drawing/2014/main" id="{60907DF3-66B3-9EB1-79A7-3F46B324A99A}"/>
              </a:ext>
            </a:extLst>
          </p:cNvPr>
          <p:cNvSpPr/>
          <p:nvPr/>
        </p:nvSpPr>
        <p:spPr>
          <a:xfrm>
            <a:off x="10032395" y="305723"/>
            <a:ext cx="2307253" cy="2583953"/>
          </a:xfrm>
          <a:custGeom>
            <a:avLst/>
            <a:gdLst/>
            <a:ahLst/>
            <a:cxnLst/>
            <a:rect l="l" t="t" r="r" b="b"/>
            <a:pathLst>
              <a:path w="2307253" h="2583953">
                <a:moveTo>
                  <a:pt x="0" y="0"/>
                </a:moveTo>
                <a:lnTo>
                  <a:pt x="2307253" y="0"/>
                </a:lnTo>
                <a:lnTo>
                  <a:pt x="2307253" y="2583953"/>
                </a:lnTo>
                <a:lnTo>
                  <a:pt x="0" y="25839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pic>
        <p:nvPicPr>
          <p:cNvPr id="32" name="Picture 31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0CC5B51A-C9EF-DCE1-C5C2-FBED1A248B7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9818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011664" y="856567"/>
            <a:ext cx="7888274" cy="1319806"/>
            <a:chOff x="0" y="0"/>
            <a:chExt cx="2077570" cy="3476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7570" cy="347603"/>
            </a:xfrm>
            <a:custGeom>
              <a:avLst/>
              <a:gdLst/>
              <a:ahLst/>
              <a:cxnLst/>
              <a:rect l="l" t="t" r="r" b="b"/>
              <a:pathLst>
                <a:path w="2077570" h="347603">
                  <a:moveTo>
                    <a:pt x="50054" y="0"/>
                  </a:moveTo>
                  <a:lnTo>
                    <a:pt x="2027517" y="0"/>
                  </a:lnTo>
                  <a:cubicBezTo>
                    <a:pt x="2055160" y="0"/>
                    <a:pt x="2077570" y="22410"/>
                    <a:pt x="2077570" y="50054"/>
                  </a:cubicBezTo>
                  <a:lnTo>
                    <a:pt x="2077570" y="297549"/>
                  </a:lnTo>
                  <a:cubicBezTo>
                    <a:pt x="2077570" y="325193"/>
                    <a:pt x="2055160" y="347603"/>
                    <a:pt x="2027517" y="347603"/>
                  </a:cubicBezTo>
                  <a:lnTo>
                    <a:pt x="50054" y="347603"/>
                  </a:lnTo>
                  <a:cubicBezTo>
                    <a:pt x="22410" y="347603"/>
                    <a:pt x="0" y="325193"/>
                    <a:pt x="0" y="297549"/>
                  </a:cubicBezTo>
                  <a:lnTo>
                    <a:pt x="0" y="50054"/>
                  </a:lnTo>
                  <a:cubicBezTo>
                    <a:pt x="0" y="22410"/>
                    <a:pt x="22410" y="0"/>
                    <a:pt x="50054" y="0"/>
                  </a:cubicBezTo>
                  <a:close/>
                </a:path>
              </a:pathLst>
            </a:custGeom>
            <a:solidFill>
              <a:srgbClr val="E59405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77570" cy="385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83578" y="2337809"/>
            <a:ext cx="14144446" cy="6993839"/>
            <a:chOff x="0" y="0"/>
            <a:chExt cx="4506953" cy="22285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06954" cy="2228501"/>
            </a:xfrm>
            <a:custGeom>
              <a:avLst/>
              <a:gdLst/>
              <a:ahLst/>
              <a:cxnLst/>
              <a:rect l="l" t="t" r="r" b="b"/>
              <a:pathLst>
                <a:path w="4506954" h="2228501">
                  <a:moveTo>
                    <a:pt x="0" y="0"/>
                  </a:moveTo>
                  <a:lnTo>
                    <a:pt x="4506954" y="0"/>
                  </a:lnTo>
                  <a:lnTo>
                    <a:pt x="4506954" y="2228501"/>
                  </a:lnTo>
                  <a:lnTo>
                    <a:pt x="0" y="222850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506953" cy="2266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1503921">
            <a:off x="-723078" y="1060441"/>
            <a:ext cx="2401111" cy="1871866"/>
            <a:chOff x="0" y="0"/>
            <a:chExt cx="3201481" cy="249582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01481" cy="2495821"/>
            </a:xfrm>
            <a:custGeom>
              <a:avLst/>
              <a:gdLst/>
              <a:ahLst/>
              <a:cxnLst/>
              <a:rect l="l" t="t" r="r" b="b"/>
              <a:pathLst>
                <a:path w="3201481" h="2495821">
                  <a:moveTo>
                    <a:pt x="0" y="0"/>
                  </a:moveTo>
                  <a:lnTo>
                    <a:pt x="3201481" y="0"/>
                  </a:lnTo>
                  <a:lnTo>
                    <a:pt x="3201481" y="2495821"/>
                  </a:lnTo>
                  <a:lnTo>
                    <a:pt x="0" y="249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grpSp>
          <p:nvGrpSpPr>
            <p:cNvPr id="19" name="Group 19"/>
            <p:cNvGrpSpPr/>
            <p:nvPr/>
          </p:nvGrpSpPr>
          <p:grpSpPr>
            <a:xfrm rot="-729950">
              <a:off x="1221448" y="911438"/>
              <a:ext cx="682143" cy="353525"/>
              <a:chOff x="0" y="0"/>
              <a:chExt cx="1607474" cy="83308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607474" cy="833084"/>
              </a:xfrm>
              <a:custGeom>
                <a:avLst/>
                <a:gdLst/>
                <a:ahLst/>
                <a:cxnLst/>
                <a:rect l="l" t="t" r="r" b="b"/>
                <a:pathLst>
                  <a:path w="1607474" h="833084">
                    <a:moveTo>
                      <a:pt x="803737" y="0"/>
                    </a:moveTo>
                    <a:cubicBezTo>
                      <a:pt x="359845" y="0"/>
                      <a:pt x="0" y="186492"/>
                      <a:pt x="0" y="416542"/>
                    </a:cubicBezTo>
                    <a:cubicBezTo>
                      <a:pt x="0" y="646592"/>
                      <a:pt x="359845" y="833084"/>
                      <a:pt x="803737" y="833084"/>
                    </a:cubicBezTo>
                    <a:cubicBezTo>
                      <a:pt x="1247629" y="833084"/>
                      <a:pt x="1607474" y="646592"/>
                      <a:pt x="1607474" y="416542"/>
                    </a:cubicBezTo>
                    <a:cubicBezTo>
                      <a:pt x="1607474" y="186492"/>
                      <a:pt x="1247629" y="0"/>
                      <a:pt x="803737" y="0"/>
                    </a:cubicBezTo>
                    <a:close/>
                  </a:path>
                </a:pathLst>
              </a:custGeom>
              <a:solidFill>
                <a:srgbClr val="FDBE01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50701" y="40002"/>
                <a:ext cx="1306073" cy="714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15536221" y="7218910"/>
            <a:ext cx="3446158" cy="3233123"/>
          </a:xfrm>
          <a:custGeom>
            <a:avLst/>
            <a:gdLst/>
            <a:ahLst/>
            <a:cxnLst/>
            <a:rect l="l" t="t" r="r" b="b"/>
            <a:pathLst>
              <a:path w="3446158" h="3233123">
                <a:moveTo>
                  <a:pt x="0" y="0"/>
                </a:moveTo>
                <a:lnTo>
                  <a:pt x="3446158" y="0"/>
                </a:lnTo>
                <a:lnTo>
                  <a:pt x="3446158" y="3233123"/>
                </a:lnTo>
                <a:lnTo>
                  <a:pt x="0" y="3233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-5400000">
            <a:off x="1999691" y="3049765"/>
            <a:ext cx="1006313" cy="1238539"/>
            <a:chOff x="0" y="0"/>
            <a:chExt cx="6604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286793" y="946141"/>
            <a:ext cx="7338015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6011" dirty="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Winner:</a:t>
            </a:r>
          </a:p>
        </p:txBody>
      </p:sp>
      <p:grpSp>
        <p:nvGrpSpPr>
          <p:cNvPr id="27" name="Group 27"/>
          <p:cNvGrpSpPr/>
          <p:nvPr/>
        </p:nvGrpSpPr>
        <p:grpSpPr>
          <a:xfrm rot="-5400000">
            <a:off x="1999691" y="7101127"/>
            <a:ext cx="1006313" cy="1238539"/>
            <a:chOff x="0" y="0"/>
            <a:chExt cx="6604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59405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id="31" name="Freeform 31"/>
          <p:cNvSpPr/>
          <p:nvPr/>
        </p:nvSpPr>
        <p:spPr>
          <a:xfrm rot="10708753">
            <a:off x="-218958" y="8788464"/>
            <a:ext cx="2081598" cy="1605488"/>
          </a:xfrm>
          <a:custGeom>
            <a:avLst/>
            <a:gdLst/>
            <a:ahLst/>
            <a:cxnLst/>
            <a:rect l="l" t="t" r="r" b="b"/>
            <a:pathLst>
              <a:path w="2081598" h="1605488">
                <a:moveTo>
                  <a:pt x="0" y="0"/>
                </a:moveTo>
                <a:lnTo>
                  <a:pt x="2081598" y="0"/>
                </a:lnTo>
                <a:lnTo>
                  <a:pt x="2081598" y="1605488"/>
                </a:lnTo>
                <a:lnTo>
                  <a:pt x="0" y="1605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187A887-93B7-E37C-5A82-614E1D544EEA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10520357" y="1409700"/>
            <a:ext cx="426974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BE23D03-0C59-375E-9BC3-3F76D4FE001D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2501022" y="1298977"/>
            <a:ext cx="426974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0161392-D0AF-7A2C-3B45-EE457BF63FC5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6652813" y="3986596"/>
            <a:ext cx="426974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BB37246-B16A-9728-E116-87939AC0AEE6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12276128" y="5900973"/>
            <a:ext cx="4269740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C968680-8025-C075-C6AA-BA2CE67ABB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3383072" y="3066565"/>
            <a:ext cx="5886450" cy="52292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2" descr="Happy Birthday Dance GIF - Happy Birthday Dance - Discover &amp; Share GIFs">
            <a:extLst>
              <a:ext uri="{FF2B5EF4-FFF2-40B4-BE49-F238E27FC236}">
                <a16:creationId xmlns:a16="http://schemas.microsoft.com/office/drawing/2014/main" id="{EC6DB642-0E4A-632F-2A73-5D2B5F88A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984028" y="4554012"/>
            <a:ext cx="426720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winning-218995 (1)">
            <a:hlinkClick r:id="" action="ppaction://media"/>
            <a:extLst>
              <a:ext uri="{FF2B5EF4-FFF2-40B4-BE49-F238E27FC236}">
                <a16:creationId xmlns:a16="http://schemas.microsoft.com/office/drawing/2014/main" id="{C5F74AF1-3084-B250-8243-2FB48534FC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617838" y="1016818"/>
            <a:ext cx="1320990" cy="1320990"/>
          </a:xfrm>
          <a:prstGeom prst="rect">
            <a:avLst/>
          </a:prstGeom>
        </p:spPr>
      </p:pic>
      <p:pic>
        <p:nvPicPr>
          <p:cNvPr id="39" name="Picture 38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6CD4D914-746D-7DF1-3B41-AE31D00398E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7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3078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23078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90234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490234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3547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3547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2" y="0"/>
                </a:lnTo>
                <a:lnTo>
                  <a:pt x="5213312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916859" y="-119205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16859" y="5207979"/>
            <a:ext cx="5213312" cy="5213312"/>
          </a:xfrm>
          <a:custGeom>
            <a:avLst/>
            <a:gdLst/>
            <a:ahLst/>
            <a:cxnLst/>
            <a:rect l="l" t="t" r="r" b="b"/>
            <a:pathLst>
              <a:path w="5213312" h="5213312">
                <a:moveTo>
                  <a:pt x="0" y="0"/>
                </a:moveTo>
                <a:lnTo>
                  <a:pt x="5213313" y="0"/>
                </a:lnTo>
                <a:lnTo>
                  <a:pt x="5213313" y="5213312"/>
                </a:lnTo>
                <a:lnTo>
                  <a:pt x="0" y="521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723078" y="1552648"/>
            <a:ext cx="16546688" cy="7533369"/>
            <a:chOff x="0" y="0"/>
            <a:chExt cx="4357976" cy="19840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57975" cy="1984097"/>
            </a:xfrm>
            <a:custGeom>
              <a:avLst/>
              <a:gdLst/>
              <a:ahLst/>
              <a:cxnLst/>
              <a:rect l="l" t="t" r="r" b="b"/>
              <a:pathLst>
                <a:path w="4357975" h="1984097">
                  <a:moveTo>
                    <a:pt x="23862" y="0"/>
                  </a:moveTo>
                  <a:lnTo>
                    <a:pt x="4334113" y="0"/>
                  </a:lnTo>
                  <a:cubicBezTo>
                    <a:pt x="4347292" y="0"/>
                    <a:pt x="4357975" y="10683"/>
                    <a:pt x="4357975" y="23862"/>
                  </a:cubicBezTo>
                  <a:lnTo>
                    <a:pt x="4357975" y="1960235"/>
                  </a:lnTo>
                  <a:cubicBezTo>
                    <a:pt x="4357975" y="1966564"/>
                    <a:pt x="4355461" y="1972633"/>
                    <a:pt x="4350986" y="1977108"/>
                  </a:cubicBezTo>
                  <a:cubicBezTo>
                    <a:pt x="4346511" y="1981583"/>
                    <a:pt x="4340442" y="1984097"/>
                    <a:pt x="4334113" y="1984097"/>
                  </a:cubicBezTo>
                  <a:lnTo>
                    <a:pt x="23862" y="1984097"/>
                  </a:lnTo>
                  <a:cubicBezTo>
                    <a:pt x="10683" y="1984097"/>
                    <a:pt x="0" y="1973414"/>
                    <a:pt x="0" y="1960235"/>
                  </a:cubicBezTo>
                  <a:lnTo>
                    <a:pt x="0" y="23862"/>
                  </a:lnTo>
                  <a:cubicBezTo>
                    <a:pt x="0" y="17533"/>
                    <a:pt x="2514" y="11464"/>
                    <a:pt x="6989" y="6989"/>
                  </a:cubicBezTo>
                  <a:cubicBezTo>
                    <a:pt x="11464" y="2514"/>
                    <a:pt x="17533" y="0"/>
                    <a:pt x="23862" y="0"/>
                  </a:cubicBezTo>
                  <a:close/>
                </a:path>
              </a:pathLst>
            </a:custGeom>
            <a:solidFill>
              <a:srgbClr val="E59405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357976" cy="2022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138300" y="2117637"/>
            <a:ext cx="16485746" cy="6404930"/>
            <a:chOff x="0" y="0"/>
            <a:chExt cx="4341925" cy="16868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41925" cy="1686895"/>
            </a:xfrm>
            <a:custGeom>
              <a:avLst/>
              <a:gdLst/>
              <a:ahLst/>
              <a:cxnLst/>
              <a:rect l="l" t="t" r="r" b="b"/>
              <a:pathLst>
                <a:path w="4341925" h="1686895">
                  <a:moveTo>
                    <a:pt x="23950" y="0"/>
                  </a:moveTo>
                  <a:lnTo>
                    <a:pt x="4317975" y="0"/>
                  </a:lnTo>
                  <a:cubicBezTo>
                    <a:pt x="4324327" y="0"/>
                    <a:pt x="4330419" y="2523"/>
                    <a:pt x="4334910" y="7015"/>
                  </a:cubicBezTo>
                  <a:cubicBezTo>
                    <a:pt x="4339401" y="11506"/>
                    <a:pt x="4341925" y="17598"/>
                    <a:pt x="4341925" y="23950"/>
                  </a:cubicBezTo>
                  <a:lnTo>
                    <a:pt x="4341925" y="1662945"/>
                  </a:lnTo>
                  <a:cubicBezTo>
                    <a:pt x="4341925" y="1669297"/>
                    <a:pt x="4339401" y="1675389"/>
                    <a:pt x="4334910" y="1679880"/>
                  </a:cubicBezTo>
                  <a:cubicBezTo>
                    <a:pt x="4330419" y="1684372"/>
                    <a:pt x="4324327" y="1686895"/>
                    <a:pt x="4317975" y="1686895"/>
                  </a:cubicBezTo>
                  <a:lnTo>
                    <a:pt x="23950" y="1686895"/>
                  </a:lnTo>
                  <a:cubicBezTo>
                    <a:pt x="17598" y="1686895"/>
                    <a:pt x="11506" y="1684372"/>
                    <a:pt x="7015" y="1679880"/>
                  </a:cubicBezTo>
                  <a:cubicBezTo>
                    <a:pt x="2523" y="1675389"/>
                    <a:pt x="0" y="1669297"/>
                    <a:pt x="0" y="1662945"/>
                  </a:cubicBezTo>
                  <a:lnTo>
                    <a:pt x="0" y="23950"/>
                  </a:lnTo>
                  <a:cubicBezTo>
                    <a:pt x="0" y="17598"/>
                    <a:pt x="2523" y="11506"/>
                    <a:pt x="7015" y="7015"/>
                  </a:cubicBezTo>
                  <a:cubicBezTo>
                    <a:pt x="11506" y="2523"/>
                    <a:pt x="17598" y="0"/>
                    <a:pt x="2395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341925" cy="1724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138300" y="2633466"/>
            <a:ext cx="2586903" cy="927897"/>
            <a:chOff x="0" y="0"/>
            <a:chExt cx="681324" cy="2443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1324" cy="244384"/>
            </a:xfrm>
            <a:custGeom>
              <a:avLst/>
              <a:gdLst/>
              <a:ahLst/>
              <a:cxnLst/>
              <a:rect l="l" t="t" r="r" b="b"/>
              <a:pathLst>
                <a:path w="681324" h="244384">
                  <a:moveTo>
                    <a:pt x="122192" y="0"/>
                  </a:moveTo>
                  <a:lnTo>
                    <a:pt x="559132" y="0"/>
                  </a:lnTo>
                  <a:cubicBezTo>
                    <a:pt x="591539" y="0"/>
                    <a:pt x="622619" y="12874"/>
                    <a:pt x="645535" y="35789"/>
                  </a:cubicBezTo>
                  <a:cubicBezTo>
                    <a:pt x="668450" y="58705"/>
                    <a:pt x="681324" y="89785"/>
                    <a:pt x="681324" y="122192"/>
                  </a:cubicBezTo>
                  <a:lnTo>
                    <a:pt x="681324" y="122192"/>
                  </a:lnTo>
                  <a:cubicBezTo>
                    <a:pt x="681324" y="189677"/>
                    <a:pt x="626617" y="244384"/>
                    <a:pt x="559132" y="244384"/>
                  </a:cubicBezTo>
                  <a:lnTo>
                    <a:pt x="122192" y="244384"/>
                  </a:lnTo>
                  <a:cubicBezTo>
                    <a:pt x="89785" y="244384"/>
                    <a:pt x="58705" y="231511"/>
                    <a:pt x="35789" y="208595"/>
                  </a:cubicBezTo>
                  <a:cubicBezTo>
                    <a:pt x="12874" y="185680"/>
                    <a:pt x="0" y="154600"/>
                    <a:pt x="0" y="122192"/>
                  </a:cubicBezTo>
                  <a:lnTo>
                    <a:pt x="0" y="122192"/>
                  </a:lnTo>
                  <a:cubicBezTo>
                    <a:pt x="0" y="89785"/>
                    <a:pt x="12874" y="58705"/>
                    <a:pt x="35789" y="35789"/>
                  </a:cubicBezTo>
                  <a:cubicBezTo>
                    <a:pt x="58705" y="12874"/>
                    <a:pt x="89785" y="0"/>
                    <a:pt x="122192" y="0"/>
                  </a:cubicBezTo>
                  <a:close/>
                </a:path>
              </a:pathLst>
            </a:custGeom>
            <a:solidFill>
              <a:srgbClr val="E59405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81324" cy="2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138300" y="4090325"/>
            <a:ext cx="2586903" cy="927897"/>
            <a:chOff x="0" y="0"/>
            <a:chExt cx="681324" cy="2443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1324" cy="244384"/>
            </a:xfrm>
            <a:custGeom>
              <a:avLst/>
              <a:gdLst/>
              <a:ahLst/>
              <a:cxnLst/>
              <a:rect l="l" t="t" r="r" b="b"/>
              <a:pathLst>
                <a:path w="681324" h="244384">
                  <a:moveTo>
                    <a:pt x="122192" y="0"/>
                  </a:moveTo>
                  <a:lnTo>
                    <a:pt x="559132" y="0"/>
                  </a:lnTo>
                  <a:cubicBezTo>
                    <a:pt x="591539" y="0"/>
                    <a:pt x="622619" y="12874"/>
                    <a:pt x="645535" y="35789"/>
                  </a:cubicBezTo>
                  <a:cubicBezTo>
                    <a:pt x="668450" y="58705"/>
                    <a:pt x="681324" y="89785"/>
                    <a:pt x="681324" y="122192"/>
                  </a:cubicBezTo>
                  <a:lnTo>
                    <a:pt x="681324" y="122192"/>
                  </a:lnTo>
                  <a:cubicBezTo>
                    <a:pt x="681324" y="189677"/>
                    <a:pt x="626617" y="244384"/>
                    <a:pt x="559132" y="244384"/>
                  </a:cubicBezTo>
                  <a:lnTo>
                    <a:pt x="122192" y="244384"/>
                  </a:lnTo>
                  <a:cubicBezTo>
                    <a:pt x="89785" y="244384"/>
                    <a:pt x="58705" y="231511"/>
                    <a:pt x="35789" y="208595"/>
                  </a:cubicBezTo>
                  <a:cubicBezTo>
                    <a:pt x="12874" y="185680"/>
                    <a:pt x="0" y="154600"/>
                    <a:pt x="0" y="122192"/>
                  </a:cubicBezTo>
                  <a:lnTo>
                    <a:pt x="0" y="122192"/>
                  </a:lnTo>
                  <a:cubicBezTo>
                    <a:pt x="0" y="89785"/>
                    <a:pt x="12874" y="58705"/>
                    <a:pt x="35789" y="35789"/>
                  </a:cubicBezTo>
                  <a:cubicBezTo>
                    <a:pt x="58705" y="12874"/>
                    <a:pt x="89785" y="0"/>
                    <a:pt x="122192" y="0"/>
                  </a:cubicBezTo>
                  <a:close/>
                </a:path>
              </a:pathLst>
            </a:custGeom>
            <a:solidFill>
              <a:srgbClr val="E59405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81324" cy="2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1138300" y="5547183"/>
            <a:ext cx="2586903" cy="927897"/>
            <a:chOff x="0" y="0"/>
            <a:chExt cx="681324" cy="2443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1324" cy="244384"/>
            </a:xfrm>
            <a:custGeom>
              <a:avLst/>
              <a:gdLst/>
              <a:ahLst/>
              <a:cxnLst/>
              <a:rect l="l" t="t" r="r" b="b"/>
              <a:pathLst>
                <a:path w="681324" h="244384">
                  <a:moveTo>
                    <a:pt x="122192" y="0"/>
                  </a:moveTo>
                  <a:lnTo>
                    <a:pt x="559132" y="0"/>
                  </a:lnTo>
                  <a:cubicBezTo>
                    <a:pt x="591539" y="0"/>
                    <a:pt x="622619" y="12874"/>
                    <a:pt x="645535" y="35789"/>
                  </a:cubicBezTo>
                  <a:cubicBezTo>
                    <a:pt x="668450" y="58705"/>
                    <a:pt x="681324" y="89785"/>
                    <a:pt x="681324" y="122192"/>
                  </a:cubicBezTo>
                  <a:lnTo>
                    <a:pt x="681324" y="122192"/>
                  </a:lnTo>
                  <a:cubicBezTo>
                    <a:pt x="681324" y="189677"/>
                    <a:pt x="626617" y="244384"/>
                    <a:pt x="559132" y="244384"/>
                  </a:cubicBezTo>
                  <a:lnTo>
                    <a:pt x="122192" y="244384"/>
                  </a:lnTo>
                  <a:cubicBezTo>
                    <a:pt x="89785" y="244384"/>
                    <a:pt x="58705" y="231511"/>
                    <a:pt x="35789" y="208595"/>
                  </a:cubicBezTo>
                  <a:cubicBezTo>
                    <a:pt x="12874" y="185680"/>
                    <a:pt x="0" y="154600"/>
                    <a:pt x="0" y="122192"/>
                  </a:cubicBezTo>
                  <a:lnTo>
                    <a:pt x="0" y="122192"/>
                  </a:lnTo>
                  <a:cubicBezTo>
                    <a:pt x="0" y="89785"/>
                    <a:pt x="12874" y="58705"/>
                    <a:pt x="35789" y="35789"/>
                  </a:cubicBezTo>
                  <a:cubicBezTo>
                    <a:pt x="58705" y="12874"/>
                    <a:pt x="89785" y="0"/>
                    <a:pt x="122192" y="0"/>
                  </a:cubicBezTo>
                  <a:close/>
                </a:path>
              </a:pathLst>
            </a:custGeom>
            <a:solidFill>
              <a:srgbClr val="E59405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81324" cy="2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1138300" y="7004042"/>
            <a:ext cx="2586903" cy="927897"/>
            <a:chOff x="0" y="0"/>
            <a:chExt cx="681324" cy="2443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1324" cy="244384"/>
            </a:xfrm>
            <a:custGeom>
              <a:avLst/>
              <a:gdLst/>
              <a:ahLst/>
              <a:cxnLst/>
              <a:rect l="l" t="t" r="r" b="b"/>
              <a:pathLst>
                <a:path w="681324" h="244384">
                  <a:moveTo>
                    <a:pt x="122192" y="0"/>
                  </a:moveTo>
                  <a:lnTo>
                    <a:pt x="559132" y="0"/>
                  </a:lnTo>
                  <a:cubicBezTo>
                    <a:pt x="591539" y="0"/>
                    <a:pt x="622619" y="12874"/>
                    <a:pt x="645535" y="35789"/>
                  </a:cubicBezTo>
                  <a:cubicBezTo>
                    <a:pt x="668450" y="58705"/>
                    <a:pt x="681324" y="89785"/>
                    <a:pt x="681324" y="122192"/>
                  </a:cubicBezTo>
                  <a:lnTo>
                    <a:pt x="681324" y="122192"/>
                  </a:lnTo>
                  <a:cubicBezTo>
                    <a:pt x="681324" y="189677"/>
                    <a:pt x="626617" y="244384"/>
                    <a:pt x="559132" y="244384"/>
                  </a:cubicBezTo>
                  <a:lnTo>
                    <a:pt x="122192" y="244384"/>
                  </a:lnTo>
                  <a:cubicBezTo>
                    <a:pt x="89785" y="244384"/>
                    <a:pt x="58705" y="231511"/>
                    <a:pt x="35789" y="208595"/>
                  </a:cubicBezTo>
                  <a:cubicBezTo>
                    <a:pt x="12874" y="185680"/>
                    <a:pt x="0" y="154600"/>
                    <a:pt x="0" y="122192"/>
                  </a:cubicBezTo>
                  <a:lnTo>
                    <a:pt x="0" y="122192"/>
                  </a:lnTo>
                  <a:cubicBezTo>
                    <a:pt x="0" y="89785"/>
                    <a:pt x="12874" y="58705"/>
                    <a:pt x="35789" y="35789"/>
                  </a:cubicBezTo>
                  <a:cubicBezTo>
                    <a:pt x="58705" y="12874"/>
                    <a:pt x="89785" y="0"/>
                    <a:pt x="122192" y="0"/>
                  </a:cubicBezTo>
                  <a:close/>
                </a:path>
              </a:pathLst>
            </a:custGeom>
            <a:solidFill>
              <a:srgbClr val="E59405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81324" cy="2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5536221" y="-170490"/>
            <a:ext cx="3446158" cy="2657941"/>
          </a:xfrm>
          <a:custGeom>
            <a:avLst/>
            <a:gdLst/>
            <a:ahLst/>
            <a:cxnLst/>
            <a:rect l="l" t="t" r="r" b="b"/>
            <a:pathLst>
              <a:path w="3446158" h="2657941">
                <a:moveTo>
                  <a:pt x="0" y="0"/>
                </a:moveTo>
                <a:lnTo>
                  <a:pt x="3446158" y="0"/>
                </a:lnTo>
                <a:lnTo>
                  <a:pt x="3446158" y="2657941"/>
                </a:lnTo>
                <a:lnTo>
                  <a:pt x="0" y="2657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596449" y="6465167"/>
            <a:ext cx="4385930" cy="4114800"/>
          </a:xfrm>
          <a:custGeom>
            <a:avLst/>
            <a:gdLst/>
            <a:ahLst/>
            <a:cxnLst/>
            <a:rect l="l" t="t" r="r" b="b"/>
            <a:pathLst>
              <a:path w="4385930" h="4114800">
                <a:moveTo>
                  <a:pt x="0" y="0"/>
                </a:moveTo>
                <a:lnTo>
                  <a:pt x="4385930" y="0"/>
                </a:lnTo>
                <a:lnTo>
                  <a:pt x="43859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4146891" y="761600"/>
            <a:ext cx="2401111" cy="1871866"/>
            <a:chOff x="0" y="0"/>
            <a:chExt cx="3201481" cy="249582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01481" cy="2495821"/>
            </a:xfrm>
            <a:custGeom>
              <a:avLst/>
              <a:gdLst/>
              <a:ahLst/>
              <a:cxnLst/>
              <a:rect l="l" t="t" r="r" b="b"/>
              <a:pathLst>
                <a:path w="3201481" h="2495821">
                  <a:moveTo>
                    <a:pt x="0" y="0"/>
                  </a:moveTo>
                  <a:lnTo>
                    <a:pt x="3201481" y="0"/>
                  </a:lnTo>
                  <a:lnTo>
                    <a:pt x="3201481" y="2495821"/>
                  </a:lnTo>
                  <a:lnTo>
                    <a:pt x="0" y="249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grpSp>
          <p:nvGrpSpPr>
            <p:cNvPr id="32" name="Group 32"/>
            <p:cNvGrpSpPr/>
            <p:nvPr/>
          </p:nvGrpSpPr>
          <p:grpSpPr>
            <a:xfrm rot="-729950">
              <a:off x="1221448" y="911438"/>
              <a:ext cx="682143" cy="353525"/>
              <a:chOff x="0" y="0"/>
              <a:chExt cx="1607474" cy="83308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607474" cy="833084"/>
              </a:xfrm>
              <a:custGeom>
                <a:avLst/>
                <a:gdLst/>
                <a:ahLst/>
                <a:cxnLst/>
                <a:rect l="l" t="t" r="r" b="b"/>
                <a:pathLst>
                  <a:path w="1607474" h="833084">
                    <a:moveTo>
                      <a:pt x="803737" y="0"/>
                    </a:moveTo>
                    <a:cubicBezTo>
                      <a:pt x="359845" y="0"/>
                      <a:pt x="0" y="186492"/>
                      <a:pt x="0" y="416542"/>
                    </a:cubicBezTo>
                    <a:cubicBezTo>
                      <a:pt x="0" y="646592"/>
                      <a:pt x="359845" y="833084"/>
                      <a:pt x="803737" y="833084"/>
                    </a:cubicBezTo>
                    <a:cubicBezTo>
                      <a:pt x="1247629" y="833084"/>
                      <a:pt x="1607474" y="646592"/>
                      <a:pt x="1607474" y="416542"/>
                    </a:cubicBezTo>
                    <a:cubicBezTo>
                      <a:pt x="1607474" y="186492"/>
                      <a:pt x="1247629" y="0"/>
                      <a:pt x="803737" y="0"/>
                    </a:cubicBezTo>
                    <a:close/>
                  </a:path>
                </a:pathLst>
              </a:custGeom>
              <a:solidFill>
                <a:srgbClr val="FDBE01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50701" y="40002"/>
                <a:ext cx="1306073" cy="714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1028700" y="4063642"/>
            <a:ext cx="14279145" cy="2254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82"/>
              </a:lnSpc>
            </a:pPr>
            <a:r>
              <a:rPr lang="en-US" sz="13130" dirty="0">
                <a:solidFill>
                  <a:srgbClr val="000000"/>
                </a:solidFill>
                <a:latin typeface="Sifonn"/>
                <a:ea typeface="Sifonn"/>
                <a:cs typeface="Sifonn"/>
                <a:sym typeface="Sifonn"/>
              </a:rPr>
              <a:t>THANK YOU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D09ABBDD-4405-A1D8-D9E3-0D53C2B34B6C}"/>
              </a:ext>
            </a:extLst>
          </p:cNvPr>
          <p:cNvSpPr txBox="1"/>
          <p:nvPr/>
        </p:nvSpPr>
        <p:spPr>
          <a:xfrm>
            <a:off x="6570193" y="6428549"/>
            <a:ext cx="39884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66331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Foundation 4</a:t>
            </a: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E4F34A29-B2A3-1B5D-6AF9-EEF45A3CFD02}"/>
              </a:ext>
            </a:extLst>
          </p:cNvPr>
          <p:cNvSpPr/>
          <p:nvPr/>
        </p:nvSpPr>
        <p:spPr>
          <a:xfrm>
            <a:off x="1095126" y="5549692"/>
            <a:ext cx="3954252" cy="4272767"/>
          </a:xfrm>
          <a:custGeom>
            <a:avLst/>
            <a:gdLst/>
            <a:ahLst/>
            <a:cxnLst/>
            <a:rect l="l" t="t" r="r" b="b"/>
            <a:pathLst>
              <a:path w="3954252" h="4272767">
                <a:moveTo>
                  <a:pt x="0" y="0"/>
                </a:moveTo>
                <a:lnTo>
                  <a:pt x="3954252" y="0"/>
                </a:lnTo>
                <a:lnTo>
                  <a:pt x="3954252" y="4272767"/>
                </a:lnTo>
                <a:lnTo>
                  <a:pt x="0" y="42727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pic>
        <p:nvPicPr>
          <p:cNvPr id="38" name="Picture 37" descr="A logo with blue and orange text&#10;&#10;Description automatically generated">
            <a:extLst>
              <a:ext uri="{FF2B5EF4-FFF2-40B4-BE49-F238E27FC236}">
                <a16:creationId xmlns:a16="http://schemas.microsoft.com/office/drawing/2014/main" id="{675B077E-EEA2-5685-6900-43346351BD0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85" y="-62245"/>
            <a:ext cx="1416010" cy="15052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86</Words>
  <Application>Microsoft Office PowerPoint</Application>
  <PresentationFormat>Custom</PresentationFormat>
  <Paragraphs>44</Paragraphs>
  <Slides>22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Sifonn</vt:lpstr>
      <vt:lpstr>Modak</vt:lpstr>
      <vt:lpstr>Canva Sans</vt:lpstr>
      <vt:lpstr>Open Sans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Yellow Cute Illustrative Grid Bee Group Project</dc:title>
  <cp:lastModifiedBy>gehad ahmed</cp:lastModifiedBy>
  <cp:revision>5</cp:revision>
  <dcterms:created xsi:type="dcterms:W3CDTF">2006-08-16T00:00:00Z</dcterms:created>
  <dcterms:modified xsi:type="dcterms:W3CDTF">2024-12-12T09:57:35Z</dcterms:modified>
  <dc:identifier>DAGZAX-s9rE</dc:identifier>
</cp:coreProperties>
</file>