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mp3" ContentType="audio/m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6" r:id="rId7"/>
    <p:sldId id="267" r:id="rId8"/>
    <p:sldId id="281" r:id="rId9"/>
    <p:sldId id="268" r:id="rId10"/>
    <p:sldId id="261" r:id="rId11"/>
    <p:sldId id="270" r:id="rId12"/>
    <p:sldId id="269" r:id="rId13"/>
    <p:sldId id="271" r:id="rId14"/>
    <p:sldId id="272" r:id="rId15"/>
    <p:sldId id="273" r:id="rId16"/>
    <p:sldId id="274" r:id="rId17"/>
    <p:sldId id="279" r:id="rId18"/>
    <p:sldId id="275" r:id="rId19"/>
    <p:sldId id="276" r:id="rId20"/>
    <p:sldId id="277" r:id="rId21"/>
    <p:sldId id="278" r:id="rId22"/>
    <p:sldId id="280" r:id="rId23"/>
    <p:sldId id="263" r:id="rId24"/>
    <p:sldId id="265" r:id="rId25"/>
  </p:sldIdLst>
  <p:sldSz cx="18288000" cy="10287000"/>
  <p:notesSz cx="6858000" cy="9144000"/>
  <p:embeddedFontLst>
    <p:embeddedFont>
      <p:font typeface="Arial Black" panose="020B0A04020102020204" pitchFamily="34" charset="0"/>
      <p:bold r:id="rId26"/>
    </p:embeddedFont>
    <p:embeddedFont>
      <p:font typeface="Modak" panose="020B0604020202020204" charset="0"/>
      <p:regular r:id="rId27"/>
    </p:embeddedFont>
    <p:embeddedFont>
      <p:font typeface="Open Sans Bold" panose="020B0806030504020204" pitchFamily="34" charset="0"/>
      <p:regular r:id="rId28"/>
      <p:bold r:id="rId2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C041CF5-0D9E-9EAC-F4EA-C9A66EA9344A}" v="1" dt="2025-06-23T18:15:13.90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1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2.fntdata"/><Relationship Id="rId30" Type="http://schemas.openxmlformats.org/officeDocument/2006/relationships/presProps" Target="presProps.xml"/><Relationship Id="rId35" Type="http://schemas.microsoft.com/office/2015/10/relationships/revisionInfo" Target="revisionInfo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ehad ahmed" userId="S::gehad.ahmed@monglish.uk::fc5b6faf-59c5-4dbd-a344-9305be11f68b" providerId="AD" clId="Web-{E89035DA-F5D2-75B0-0ADE-5FEEA8F2A7AB}"/>
    <pc:docChg chg="addSld modSld">
      <pc:chgData name="gehad ahmed" userId="S::gehad.ahmed@monglish.uk::fc5b6faf-59c5-4dbd-a344-9305be11f68b" providerId="AD" clId="Web-{E89035DA-F5D2-75B0-0ADE-5FEEA8F2A7AB}" dt="2024-12-11T17:15:47.316" v="85" actId="14100"/>
      <pc:docMkLst>
        <pc:docMk/>
      </pc:docMkLst>
      <pc:sldChg chg="addSp modSp">
        <pc:chgData name="gehad ahmed" userId="S::gehad.ahmed@monglish.uk::fc5b6faf-59c5-4dbd-a344-9305be11f68b" providerId="AD" clId="Web-{E89035DA-F5D2-75B0-0ADE-5FEEA8F2A7AB}" dt="2024-12-11T17:08:45.210" v="5" actId="1076"/>
        <pc:sldMkLst>
          <pc:docMk/>
          <pc:sldMk cId="0" sldId="256"/>
        </pc:sldMkLst>
        <pc:picChg chg="add mod">
          <ac:chgData name="gehad ahmed" userId="S::gehad.ahmed@monglish.uk::fc5b6faf-59c5-4dbd-a344-9305be11f68b" providerId="AD" clId="Web-{E89035DA-F5D2-75B0-0ADE-5FEEA8F2A7AB}" dt="2024-12-11T17:08:45.210" v="5" actId="1076"/>
          <ac:picMkLst>
            <pc:docMk/>
            <pc:sldMk cId="0" sldId="256"/>
            <ac:picMk id="22" creationId="{7021EF48-2078-2AF3-B2DE-B21F5524A7D6}"/>
          </ac:picMkLst>
        </pc:picChg>
      </pc:sldChg>
      <pc:sldChg chg="addSp modSp">
        <pc:chgData name="gehad ahmed" userId="S::gehad.ahmed@monglish.uk::fc5b6faf-59c5-4dbd-a344-9305be11f68b" providerId="AD" clId="Web-{E89035DA-F5D2-75B0-0ADE-5FEEA8F2A7AB}" dt="2024-12-11T17:09:32.961" v="17" actId="1076"/>
        <pc:sldMkLst>
          <pc:docMk/>
          <pc:sldMk cId="0" sldId="257"/>
        </pc:sldMkLst>
        <pc:spChg chg="mod">
          <ac:chgData name="gehad ahmed" userId="S::gehad.ahmed@monglish.uk::fc5b6faf-59c5-4dbd-a344-9305be11f68b" providerId="AD" clId="Web-{E89035DA-F5D2-75B0-0ADE-5FEEA8F2A7AB}" dt="2024-12-11T17:09:17.758" v="9" actId="14100"/>
          <ac:spMkLst>
            <pc:docMk/>
            <pc:sldMk cId="0" sldId="257"/>
            <ac:spMk id="2" creationId="{00000000-0000-0000-0000-000000000000}"/>
          </ac:spMkLst>
        </pc:spChg>
        <pc:spChg chg="mod">
          <ac:chgData name="gehad ahmed" userId="S::gehad.ahmed@monglish.uk::fc5b6faf-59c5-4dbd-a344-9305be11f68b" providerId="AD" clId="Web-{E89035DA-F5D2-75B0-0ADE-5FEEA8F2A7AB}" dt="2024-12-11T17:09:30.758" v="16" actId="1076"/>
          <ac:spMkLst>
            <pc:docMk/>
            <pc:sldMk cId="0" sldId="257"/>
            <ac:spMk id="3" creationId="{00000000-0000-0000-0000-000000000000}"/>
          </ac:spMkLst>
        </pc:spChg>
        <pc:spChg chg="mod">
          <ac:chgData name="gehad ahmed" userId="S::gehad.ahmed@monglish.uk::fc5b6faf-59c5-4dbd-a344-9305be11f68b" providerId="AD" clId="Web-{E89035DA-F5D2-75B0-0ADE-5FEEA8F2A7AB}" dt="2024-12-11T17:09:20.821" v="10" actId="1076"/>
          <ac:spMkLst>
            <pc:docMk/>
            <pc:sldMk cId="0" sldId="257"/>
            <ac:spMk id="9" creationId="{00000000-0000-0000-0000-000000000000}"/>
          </ac:spMkLst>
        </pc:spChg>
        <pc:spChg chg="mod">
          <ac:chgData name="gehad ahmed" userId="S::gehad.ahmed@monglish.uk::fc5b6faf-59c5-4dbd-a344-9305be11f68b" providerId="AD" clId="Web-{E89035DA-F5D2-75B0-0ADE-5FEEA8F2A7AB}" dt="2024-12-11T17:09:22.117" v="11" actId="1076"/>
          <ac:spMkLst>
            <pc:docMk/>
            <pc:sldMk cId="0" sldId="257"/>
            <ac:spMk id="10" creationId="{00000000-0000-0000-0000-000000000000}"/>
          </ac:spMkLst>
        </pc:spChg>
        <pc:spChg chg="mod">
          <ac:chgData name="gehad ahmed" userId="S::gehad.ahmed@monglish.uk::fc5b6faf-59c5-4dbd-a344-9305be11f68b" providerId="AD" clId="Web-{E89035DA-F5D2-75B0-0ADE-5FEEA8F2A7AB}" dt="2024-12-11T17:09:23.539" v="12" actId="1076"/>
          <ac:spMkLst>
            <pc:docMk/>
            <pc:sldMk cId="0" sldId="257"/>
            <ac:spMk id="11" creationId="{00000000-0000-0000-0000-000000000000}"/>
          </ac:spMkLst>
        </pc:spChg>
        <pc:spChg chg="mod">
          <ac:chgData name="gehad ahmed" userId="S::gehad.ahmed@monglish.uk::fc5b6faf-59c5-4dbd-a344-9305be11f68b" providerId="AD" clId="Web-{E89035DA-F5D2-75B0-0ADE-5FEEA8F2A7AB}" dt="2024-12-11T17:09:25.008" v="13" actId="1076"/>
          <ac:spMkLst>
            <pc:docMk/>
            <pc:sldMk cId="0" sldId="257"/>
            <ac:spMk id="12" creationId="{00000000-0000-0000-0000-000000000000}"/>
          </ac:spMkLst>
        </pc:spChg>
        <pc:spChg chg="mod">
          <ac:chgData name="gehad ahmed" userId="S::gehad.ahmed@monglish.uk::fc5b6faf-59c5-4dbd-a344-9305be11f68b" providerId="AD" clId="Web-{E89035DA-F5D2-75B0-0ADE-5FEEA8F2A7AB}" dt="2024-12-11T17:09:26.602" v="14" actId="1076"/>
          <ac:spMkLst>
            <pc:docMk/>
            <pc:sldMk cId="0" sldId="257"/>
            <ac:spMk id="13" creationId="{00000000-0000-0000-0000-000000000000}"/>
          </ac:spMkLst>
        </pc:spChg>
        <pc:spChg chg="mod">
          <ac:chgData name="gehad ahmed" userId="S::gehad.ahmed@monglish.uk::fc5b6faf-59c5-4dbd-a344-9305be11f68b" providerId="AD" clId="Web-{E89035DA-F5D2-75B0-0ADE-5FEEA8F2A7AB}" dt="2024-12-11T17:09:28.289" v="15" actId="1076"/>
          <ac:spMkLst>
            <pc:docMk/>
            <pc:sldMk cId="0" sldId="257"/>
            <ac:spMk id="14" creationId="{00000000-0000-0000-0000-000000000000}"/>
          </ac:spMkLst>
        </pc:spChg>
        <pc:picChg chg="add mod">
          <ac:chgData name="gehad ahmed" userId="S::gehad.ahmed@monglish.uk::fc5b6faf-59c5-4dbd-a344-9305be11f68b" providerId="AD" clId="Web-{E89035DA-F5D2-75B0-0ADE-5FEEA8F2A7AB}" dt="2024-12-11T17:09:32.961" v="17" actId="1076"/>
          <ac:picMkLst>
            <pc:docMk/>
            <pc:sldMk cId="0" sldId="257"/>
            <ac:picMk id="5" creationId="{735D158D-626E-AA23-A2AC-8B2092375016}"/>
          </ac:picMkLst>
        </pc:picChg>
      </pc:sldChg>
      <pc:sldChg chg="addSp">
        <pc:chgData name="gehad ahmed" userId="S::gehad.ahmed@monglish.uk::fc5b6faf-59c5-4dbd-a344-9305be11f68b" providerId="AD" clId="Web-{E89035DA-F5D2-75B0-0ADE-5FEEA8F2A7AB}" dt="2024-12-11T17:09:37.930" v="18"/>
        <pc:sldMkLst>
          <pc:docMk/>
          <pc:sldMk cId="0" sldId="258"/>
        </pc:sldMkLst>
        <pc:picChg chg="add">
          <ac:chgData name="gehad ahmed" userId="S::gehad.ahmed@monglish.uk::fc5b6faf-59c5-4dbd-a344-9305be11f68b" providerId="AD" clId="Web-{E89035DA-F5D2-75B0-0ADE-5FEEA8F2A7AB}" dt="2024-12-11T17:09:37.930" v="18"/>
          <ac:picMkLst>
            <pc:docMk/>
            <pc:sldMk cId="0" sldId="258"/>
            <ac:picMk id="4" creationId="{58657DD0-EA15-E6B6-2F9E-CA2C0C68EFAF}"/>
          </ac:picMkLst>
        </pc:picChg>
      </pc:sldChg>
      <pc:sldChg chg="addSp">
        <pc:chgData name="gehad ahmed" userId="S::gehad.ahmed@monglish.uk::fc5b6faf-59c5-4dbd-a344-9305be11f68b" providerId="AD" clId="Web-{E89035DA-F5D2-75B0-0ADE-5FEEA8F2A7AB}" dt="2024-12-11T17:09:42.837" v="19"/>
        <pc:sldMkLst>
          <pc:docMk/>
          <pc:sldMk cId="0" sldId="259"/>
        </pc:sldMkLst>
        <pc:picChg chg="add">
          <ac:chgData name="gehad ahmed" userId="S::gehad.ahmed@monglish.uk::fc5b6faf-59c5-4dbd-a344-9305be11f68b" providerId="AD" clId="Web-{E89035DA-F5D2-75B0-0ADE-5FEEA8F2A7AB}" dt="2024-12-11T17:09:42.837" v="19"/>
          <ac:picMkLst>
            <pc:docMk/>
            <pc:sldMk cId="0" sldId="259"/>
            <ac:picMk id="5" creationId="{021BE1A6-F2C9-E7DA-D585-0AF51D31CB97}"/>
          </ac:picMkLst>
        </pc:picChg>
      </pc:sldChg>
      <pc:sldChg chg="addSp modSp">
        <pc:chgData name="gehad ahmed" userId="S::gehad.ahmed@monglish.uk::fc5b6faf-59c5-4dbd-a344-9305be11f68b" providerId="AD" clId="Web-{E89035DA-F5D2-75B0-0ADE-5FEEA8F2A7AB}" dt="2024-12-11T17:09:56.478" v="23" actId="1076"/>
        <pc:sldMkLst>
          <pc:docMk/>
          <pc:sldMk cId="0" sldId="260"/>
        </pc:sldMkLst>
        <pc:picChg chg="add mod">
          <ac:chgData name="gehad ahmed" userId="S::gehad.ahmed@monglish.uk::fc5b6faf-59c5-4dbd-a344-9305be11f68b" providerId="AD" clId="Web-{E89035DA-F5D2-75B0-0ADE-5FEEA8F2A7AB}" dt="2024-12-11T17:09:56.478" v="23" actId="1076"/>
          <ac:picMkLst>
            <pc:docMk/>
            <pc:sldMk cId="0" sldId="260"/>
            <ac:picMk id="18" creationId="{9C755338-DD41-558E-EE04-ED189DD07E07}"/>
          </ac:picMkLst>
        </pc:picChg>
        <pc:picChg chg="mod">
          <ac:chgData name="gehad ahmed" userId="S::gehad.ahmed@monglish.uk::fc5b6faf-59c5-4dbd-a344-9305be11f68b" providerId="AD" clId="Web-{E89035DA-F5D2-75B0-0ADE-5FEEA8F2A7AB}" dt="2024-12-11T17:09:54.259" v="22" actId="1076"/>
          <ac:picMkLst>
            <pc:docMk/>
            <pc:sldMk cId="0" sldId="260"/>
            <ac:picMk id="36" creationId="{1A29C1AE-CC45-CAE0-C167-B94DE623D890}"/>
          </ac:picMkLst>
        </pc:picChg>
      </pc:sldChg>
      <pc:sldChg chg="addSp">
        <pc:chgData name="gehad ahmed" userId="S::gehad.ahmed@monglish.uk::fc5b6faf-59c5-4dbd-a344-9305be11f68b" providerId="AD" clId="Web-{E89035DA-F5D2-75B0-0ADE-5FEEA8F2A7AB}" dt="2024-12-11T17:10:55.886" v="41"/>
        <pc:sldMkLst>
          <pc:docMk/>
          <pc:sldMk cId="0" sldId="261"/>
        </pc:sldMkLst>
        <pc:picChg chg="add">
          <ac:chgData name="gehad ahmed" userId="S::gehad.ahmed@monglish.uk::fc5b6faf-59c5-4dbd-a344-9305be11f68b" providerId="AD" clId="Web-{E89035DA-F5D2-75B0-0ADE-5FEEA8F2A7AB}" dt="2024-12-11T17:10:55.886" v="41"/>
          <ac:picMkLst>
            <pc:docMk/>
            <pc:sldMk cId="0" sldId="261"/>
            <ac:picMk id="4" creationId="{D48E2552-C772-0A89-37FD-6D105EDD03A9}"/>
          </ac:picMkLst>
        </pc:picChg>
      </pc:sldChg>
      <pc:sldChg chg="addSp modSp modMedia addAnim delAnim modAnim">
        <pc:chgData name="gehad ahmed" userId="S::gehad.ahmed@monglish.uk::fc5b6faf-59c5-4dbd-a344-9305be11f68b" providerId="AD" clId="Web-{E89035DA-F5D2-75B0-0ADE-5FEEA8F2A7AB}" dt="2024-12-11T17:11:51.731" v="54"/>
        <pc:sldMkLst>
          <pc:docMk/>
          <pc:sldMk cId="0" sldId="263"/>
        </pc:sldMkLst>
        <pc:picChg chg="add mod">
          <ac:chgData name="gehad ahmed" userId="S::gehad.ahmed@monglish.uk::fc5b6faf-59c5-4dbd-a344-9305be11f68b" providerId="AD" clId="Web-{E89035DA-F5D2-75B0-0ADE-5FEEA8F2A7AB}" dt="2024-12-11T17:03:14.279" v="1" actId="1076"/>
          <ac:picMkLst>
            <pc:docMk/>
            <pc:sldMk cId="0" sldId="263"/>
            <ac:picMk id="3" creationId="{3F8015B1-D1E4-5D97-6393-99A57E25500C}"/>
          </ac:picMkLst>
        </pc:picChg>
        <pc:picChg chg="add">
          <ac:chgData name="gehad ahmed" userId="S::gehad.ahmed@monglish.uk::fc5b6faf-59c5-4dbd-a344-9305be11f68b" providerId="AD" clId="Web-{E89035DA-F5D2-75B0-0ADE-5FEEA8F2A7AB}" dt="2024-12-11T17:11:51.731" v="54"/>
          <ac:picMkLst>
            <pc:docMk/>
            <pc:sldMk cId="0" sldId="263"/>
            <ac:picMk id="5" creationId="{2A729AFA-920A-2C80-8773-D3494D17FF01}"/>
          </ac:picMkLst>
        </pc:picChg>
      </pc:sldChg>
      <pc:sldChg chg="addSp">
        <pc:chgData name="gehad ahmed" userId="S::gehad.ahmed@monglish.uk::fc5b6faf-59c5-4dbd-a344-9305be11f68b" providerId="AD" clId="Web-{E89035DA-F5D2-75B0-0ADE-5FEEA8F2A7AB}" dt="2024-12-11T17:11:56.231" v="55"/>
        <pc:sldMkLst>
          <pc:docMk/>
          <pc:sldMk cId="0" sldId="265"/>
        </pc:sldMkLst>
        <pc:picChg chg="add">
          <ac:chgData name="gehad ahmed" userId="S::gehad.ahmed@monglish.uk::fc5b6faf-59c5-4dbd-a344-9305be11f68b" providerId="AD" clId="Web-{E89035DA-F5D2-75B0-0ADE-5FEEA8F2A7AB}" dt="2024-12-11T17:11:56.231" v="55"/>
          <ac:picMkLst>
            <pc:docMk/>
            <pc:sldMk cId="0" sldId="265"/>
            <ac:picMk id="22" creationId="{55ED17DA-1478-73F8-939C-39591ACFC673}"/>
          </ac:picMkLst>
        </pc:picChg>
      </pc:sldChg>
      <pc:sldChg chg="addSp modSp">
        <pc:chgData name="gehad ahmed" userId="S::gehad.ahmed@monglish.uk::fc5b6faf-59c5-4dbd-a344-9305be11f68b" providerId="AD" clId="Web-{E89035DA-F5D2-75B0-0ADE-5FEEA8F2A7AB}" dt="2024-12-11T17:10:31.713" v="36" actId="1076"/>
        <pc:sldMkLst>
          <pc:docMk/>
          <pc:sldMk cId="818041743" sldId="266"/>
        </pc:sldMkLst>
        <pc:spChg chg="mod">
          <ac:chgData name="gehad ahmed" userId="S::gehad.ahmed@monglish.uk::fc5b6faf-59c5-4dbd-a344-9305be11f68b" providerId="AD" clId="Web-{E89035DA-F5D2-75B0-0ADE-5FEEA8F2A7AB}" dt="2024-12-11T17:10:09.181" v="27" actId="1076"/>
          <ac:spMkLst>
            <pc:docMk/>
            <pc:sldMk cId="818041743" sldId="266"/>
            <ac:spMk id="8" creationId="{7E7B163A-59A1-D6FC-41CD-A10AC23A795B}"/>
          </ac:spMkLst>
        </pc:spChg>
        <pc:spChg chg="mod">
          <ac:chgData name="gehad ahmed" userId="S::gehad.ahmed@monglish.uk::fc5b6faf-59c5-4dbd-a344-9305be11f68b" providerId="AD" clId="Web-{E89035DA-F5D2-75B0-0ADE-5FEEA8F2A7AB}" dt="2024-12-11T17:10:26.932" v="34" actId="1076"/>
          <ac:spMkLst>
            <pc:docMk/>
            <pc:sldMk cId="818041743" sldId="266"/>
            <ac:spMk id="9" creationId="{FCE01179-A9F5-5AB3-4D8A-B90266742485}"/>
          </ac:spMkLst>
        </pc:spChg>
        <pc:spChg chg="mod">
          <ac:chgData name="gehad ahmed" userId="S::gehad.ahmed@monglish.uk::fc5b6faf-59c5-4dbd-a344-9305be11f68b" providerId="AD" clId="Web-{E89035DA-F5D2-75B0-0ADE-5FEEA8F2A7AB}" dt="2024-12-11T17:10:21.713" v="33" actId="1076"/>
          <ac:spMkLst>
            <pc:docMk/>
            <pc:sldMk cId="818041743" sldId="266"/>
            <ac:spMk id="10" creationId="{53678529-597D-1665-F06D-25BAC5739E75}"/>
          </ac:spMkLst>
        </pc:spChg>
        <pc:spChg chg="mod">
          <ac:chgData name="gehad ahmed" userId="S::gehad.ahmed@monglish.uk::fc5b6faf-59c5-4dbd-a344-9305be11f68b" providerId="AD" clId="Web-{E89035DA-F5D2-75B0-0ADE-5FEEA8F2A7AB}" dt="2024-12-11T17:10:16.885" v="31" actId="1076"/>
          <ac:spMkLst>
            <pc:docMk/>
            <pc:sldMk cId="818041743" sldId="266"/>
            <ac:spMk id="11" creationId="{70D53065-358F-BC39-706C-A697208EAEE6}"/>
          </ac:spMkLst>
        </pc:spChg>
        <pc:spChg chg="mod">
          <ac:chgData name="gehad ahmed" userId="S::gehad.ahmed@monglish.uk::fc5b6faf-59c5-4dbd-a344-9305be11f68b" providerId="AD" clId="Web-{E89035DA-F5D2-75B0-0ADE-5FEEA8F2A7AB}" dt="2024-12-11T17:10:15.181" v="30" actId="1076"/>
          <ac:spMkLst>
            <pc:docMk/>
            <pc:sldMk cId="818041743" sldId="266"/>
            <ac:spMk id="12" creationId="{11EE53B7-921F-25AB-AEFB-61EB76190EF6}"/>
          </ac:spMkLst>
        </pc:spChg>
        <pc:spChg chg="mod">
          <ac:chgData name="gehad ahmed" userId="S::gehad.ahmed@monglish.uk::fc5b6faf-59c5-4dbd-a344-9305be11f68b" providerId="AD" clId="Web-{E89035DA-F5D2-75B0-0ADE-5FEEA8F2A7AB}" dt="2024-12-11T17:10:12.713" v="29" actId="1076"/>
          <ac:spMkLst>
            <pc:docMk/>
            <pc:sldMk cId="818041743" sldId="266"/>
            <ac:spMk id="13" creationId="{3E8CEFFC-2CF8-FDFD-94A6-14C98558FC3A}"/>
          </ac:spMkLst>
        </pc:spChg>
        <pc:spChg chg="mod">
          <ac:chgData name="gehad ahmed" userId="S::gehad.ahmed@monglish.uk::fc5b6faf-59c5-4dbd-a344-9305be11f68b" providerId="AD" clId="Web-{E89035DA-F5D2-75B0-0ADE-5FEEA8F2A7AB}" dt="2024-12-11T17:10:11.291" v="28" actId="1076"/>
          <ac:spMkLst>
            <pc:docMk/>
            <pc:sldMk cId="818041743" sldId="266"/>
            <ac:spMk id="14" creationId="{80377AA8-55B2-E92C-2DD7-BD90E1A248FA}"/>
          </ac:spMkLst>
        </pc:spChg>
        <pc:spChg chg="mod">
          <ac:chgData name="gehad ahmed" userId="S::gehad.ahmed@monglish.uk::fc5b6faf-59c5-4dbd-a344-9305be11f68b" providerId="AD" clId="Web-{E89035DA-F5D2-75B0-0ADE-5FEEA8F2A7AB}" dt="2024-12-11T17:10:06.822" v="26" actId="1076"/>
          <ac:spMkLst>
            <pc:docMk/>
            <pc:sldMk cId="818041743" sldId="266"/>
            <ac:spMk id="15" creationId="{7D842D54-9544-A758-3E3D-96D68D40D13C}"/>
          </ac:spMkLst>
        </pc:spChg>
        <pc:spChg chg="mod">
          <ac:chgData name="gehad ahmed" userId="S::gehad.ahmed@monglish.uk::fc5b6faf-59c5-4dbd-a344-9305be11f68b" providerId="AD" clId="Web-{E89035DA-F5D2-75B0-0ADE-5FEEA8F2A7AB}" dt="2024-12-11T17:10:03.869" v="25" actId="1076"/>
          <ac:spMkLst>
            <pc:docMk/>
            <pc:sldMk cId="818041743" sldId="266"/>
            <ac:spMk id="16" creationId="{2BFBCC91-B80D-9A40-0EA6-305CA2DCBED4}"/>
          </ac:spMkLst>
        </pc:spChg>
        <pc:spChg chg="mod">
          <ac:chgData name="gehad ahmed" userId="S::gehad.ahmed@monglish.uk::fc5b6faf-59c5-4dbd-a344-9305be11f68b" providerId="AD" clId="Web-{E89035DA-F5D2-75B0-0ADE-5FEEA8F2A7AB}" dt="2024-12-11T17:10:31.713" v="36" actId="1076"/>
          <ac:spMkLst>
            <pc:docMk/>
            <pc:sldMk cId="818041743" sldId="266"/>
            <ac:spMk id="21" creationId="{F8D7AE8E-5982-9C25-E5FB-D1BD7DD35B41}"/>
          </ac:spMkLst>
        </pc:spChg>
        <pc:picChg chg="add mod">
          <ac:chgData name="gehad ahmed" userId="S::gehad.ahmed@monglish.uk::fc5b6faf-59c5-4dbd-a344-9305be11f68b" providerId="AD" clId="Web-{E89035DA-F5D2-75B0-0ADE-5FEEA8F2A7AB}" dt="2024-12-11T17:10:28.947" v="35" actId="1076"/>
          <ac:picMkLst>
            <pc:docMk/>
            <pc:sldMk cId="818041743" sldId="266"/>
            <ac:picMk id="4" creationId="{B81A8B87-0B64-07EE-AEB9-3D62E939E775}"/>
          </ac:picMkLst>
        </pc:picChg>
      </pc:sldChg>
      <pc:sldChg chg="addSp">
        <pc:chgData name="gehad ahmed" userId="S::gehad.ahmed@monglish.uk::fc5b6faf-59c5-4dbd-a344-9305be11f68b" providerId="AD" clId="Web-{E89035DA-F5D2-75B0-0ADE-5FEEA8F2A7AB}" dt="2024-12-11T17:10:36.260" v="37"/>
        <pc:sldMkLst>
          <pc:docMk/>
          <pc:sldMk cId="3245422426" sldId="267"/>
        </pc:sldMkLst>
        <pc:picChg chg="add">
          <ac:chgData name="gehad ahmed" userId="S::gehad.ahmed@monglish.uk::fc5b6faf-59c5-4dbd-a344-9305be11f68b" providerId="AD" clId="Web-{E89035DA-F5D2-75B0-0ADE-5FEEA8F2A7AB}" dt="2024-12-11T17:10:36.260" v="37"/>
          <ac:picMkLst>
            <pc:docMk/>
            <pc:sldMk cId="3245422426" sldId="267"/>
            <ac:picMk id="17" creationId="{34E9C048-BFBF-6954-9EED-2012BD2EBED5}"/>
          </ac:picMkLst>
        </pc:picChg>
      </pc:sldChg>
      <pc:sldChg chg="addSp modSp">
        <pc:chgData name="gehad ahmed" userId="S::gehad.ahmed@monglish.uk::fc5b6faf-59c5-4dbd-a344-9305be11f68b" providerId="AD" clId="Web-{E89035DA-F5D2-75B0-0ADE-5FEEA8F2A7AB}" dt="2024-12-11T17:10:51.807" v="40"/>
        <pc:sldMkLst>
          <pc:docMk/>
          <pc:sldMk cId="1418475690" sldId="268"/>
        </pc:sldMkLst>
        <pc:spChg chg="mod">
          <ac:chgData name="gehad ahmed" userId="S::gehad.ahmed@monglish.uk::fc5b6faf-59c5-4dbd-a344-9305be11f68b" providerId="AD" clId="Web-{E89035DA-F5D2-75B0-0ADE-5FEEA8F2A7AB}" dt="2024-12-11T17:10:49.401" v="39" actId="14100"/>
          <ac:spMkLst>
            <pc:docMk/>
            <pc:sldMk cId="1418475690" sldId="268"/>
            <ac:spMk id="2" creationId="{51EB35D7-AC06-7F40-A298-783D20D5711A}"/>
          </ac:spMkLst>
        </pc:spChg>
        <pc:picChg chg="add">
          <ac:chgData name="gehad ahmed" userId="S::gehad.ahmed@monglish.uk::fc5b6faf-59c5-4dbd-a344-9305be11f68b" providerId="AD" clId="Web-{E89035DA-F5D2-75B0-0ADE-5FEEA8F2A7AB}" dt="2024-12-11T17:10:51.807" v="40"/>
          <ac:picMkLst>
            <pc:docMk/>
            <pc:sldMk cId="1418475690" sldId="268"/>
            <ac:picMk id="4" creationId="{6E068533-EE7C-E5E3-440F-81AC742E8BC7}"/>
          </ac:picMkLst>
        </pc:picChg>
      </pc:sldChg>
      <pc:sldChg chg="addSp">
        <pc:chgData name="gehad ahmed" userId="S::gehad.ahmed@monglish.uk::fc5b6faf-59c5-4dbd-a344-9305be11f68b" providerId="AD" clId="Web-{E89035DA-F5D2-75B0-0ADE-5FEEA8F2A7AB}" dt="2024-12-11T17:11:04.277" v="43"/>
        <pc:sldMkLst>
          <pc:docMk/>
          <pc:sldMk cId="923624822" sldId="269"/>
        </pc:sldMkLst>
        <pc:picChg chg="add">
          <ac:chgData name="gehad ahmed" userId="S::gehad.ahmed@monglish.uk::fc5b6faf-59c5-4dbd-a344-9305be11f68b" providerId="AD" clId="Web-{E89035DA-F5D2-75B0-0ADE-5FEEA8F2A7AB}" dt="2024-12-11T17:11:04.277" v="43"/>
          <ac:picMkLst>
            <pc:docMk/>
            <pc:sldMk cId="923624822" sldId="269"/>
            <ac:picMk id="4" creationId="{95B1B9DA-2327-C88D-9375-F7902CC22A74}"/>
          </ac:picMkLst>
        </pc:picChg>
      </pc:sldChg>
      <pc:sldChg chg="addSp">
        <pc:chgData name="gehad ahmed" userId="S::gehad.ahmed@monglish.uk::fc5b6faf-59c5-4dbd-a344-9305be11f68b" providerId="AD" clId="Web-{E89035DA-F5D2-75B0-0ADE-5FEEA8F2A7AB}" dt="2024-12-11T17:11:00.901" v="42"/>
        <pc:sldMkLst>
          <pc:docMk/>
          <pc:sldMk cId="1159789652" sldId="270"/>
        </pc:sldMkLst>
        <pc:picChg chg="add">
          <ac:chgData name="gehad ahmed" userId="S::gehad.ahmed@monglish.uk::fc5b6faf-59c5-4dbd-a344-9305be11f68b" providerId="AD" clId="Web-{E89035DA-F5D2-75B0-0ADE-5FEEA8F2A7AB}" dt="2024-12-11T17:11:00.901" v="42"/>
          <ac:picMkLst>
            <pc:docMk/>
            <pc:sldMk cId="1159789652" sldId="270"/>
            <ac:picMk id="4" creationId="{75DE866E-09CD-2F75-7D1C-A8A1C9D5BAF9}"/>
          </ac:picMkLst>
        </pc:picChg>
      </pc:sldChg>
      <pc:sldChg chg="addSp">
        <pc:chgData name="gehad ahmed" userId="S::gehad.ahmed@monglish.uk::fc5b6faf-59c5-4dbd-a344-9305be11f68b" providerId="AD" clId="Web-{E89035DA-F5D2-75B0-0ADE-5FEEA8F2A7AB}" dt="2024-12-11T17:11:08.308" v="44"/>
        <pc:sldMkLst>
          <pc:docMk/>
          <pc:sldMk cId="2353559878" sldId="271"/>
        </pc:sldMkLst>
        <pc:picChg chg="add">
          <ac:chgData name="gehad ahmed" userId="S::gehad.ahmed@monglish.uk::fc5b6faf-59c5-4dbd-a344-9305be11f68b" providerId="AD" clId="Web-{E89035DA-F5D2-75B0-0ADE-5FEEA8F2A7AB}" dt="2024-12-11T17:11:08.308" v="44"/>
          <ac:picMkLst>
            <pc:docMk/>
            <pc:sldMk cId="2353559878" sldId="271"/>
            <ac:picMk id="5" creationId="{79C7D9AD-D671-EFC2-4555-E2197D3F47C4}"/>
          </ac:picMkLst>
        </pc:picChg>
      </pc:sldChg>
      <pc:sldChg chg="addSp">
        <pc:chgData name="gehad ahmed" userId="S::gehad.ahmed@monglish.uk::fc5b6faf-59c5-4dbd-a344-9305be11f68b" providerId="AD" clId="Web-{E89035DA-F5D2-75B0-0ADE-5FEEA8F2A7AB}" dt="2024-12-11T17:11:11.417" v="45"/>
        <pc:sldMkLst>
          <pc:docMk/>
          <pc:sldMk cId="97580248" sldId="272"/>
        </pc:sldMkLst>
        <pc:picChg chg="add">
          <ac:chgData name="gehad ahmed" userId="S::gehad.ahmed@monglish.uk::fc5b6faf-59c5-4dbd-a344-9305be11f68b" providerId="AD" clId="Web-{E89035DA-F5D2-75B0-0ADE-5FEEA8F2A7AB}" dt="2024-12-11T17:11:11.417" v="45"/>
          <ac:picMkLst>
            <pc:docMk/>
            <pc:sldMk cId="97580248" sldId="272"/>
            <ac:picMk id="5" creationId="{21ED1CFD-B064-365E-D176-98D8967D15DD}"/>
          </ac:picMkLst>
        </pc:picChg>
      </pc:sldChg>
      <pc:sldChg chg="addSp">
        <pc:chgData name="gehad ahmed" userId="S::gehad.ahmed@monglish.uk::fc5b6faf-59c5-4dbd-a344-9305be11f68b" providerId="AD" clId="Web-{E89035DA-F5D2-75B0-0ADE-5FEEA8F2A7AB}" dt="2024-12-11T17:11:15.558" v="46"/>
        <pc:sldMkLst>
          <pc:docMk/>
          <pc:sldMk cId="507196969" sldId="273"/>
        </pc:sldMkLst>
        <pc:picChg chg="add">
          <ac:chgData name="gehad ahmed" userId="S::gehad.ahmed@monglish.uk::fc5b6faf-59c5-4dbd-a344-9305be11f68b" providerId="AD" clId="Web-{E89035DA-F5D2-75B0-0ADE-5FEEA8F2A7AB}" dt="2024-12-11T17:11:15.558" v="46"/>
          <ac:picMkLst>
            <pc:docMk/>
            <pc:sldMk cId="507196969" sldId="273"/>
            <ac:picMk id="4" creationId="{7693A239-7533-7EDD-844F-B9726377DFDB}"/>
          </ac:picMkLst>
        </pc:picChg>
      </pc:sldChg>
      <pc:sldChg chg="addSp">
        <pc:chgData name="gehad ahmed" userId="S::gehad.ahmed@monglish.uk::fc5b6faf-59c5-4dbd-a344-9305be11f68b" providerId="AD" clId="Web-{E89035DA-F5D2-75B0-0ADE-5FEEA8F2A7AB}" dt="2024-12-11T17:11:21.168" v="47"/>
        <pc:sldMkLst>
          <pc:docMk/>
          <pc:sldMk cId="1339708664" sldId="274"/>
        </pc:sldMkLst>
        <pc:picChg chg="add">
          <ac:chgData name="gehad ahmed" userId="S::gehad.ahmed@monglish.uk::fc5b6faf-59c5-4dbd-a344-9305be11f68b" providerId="AD" clId="Web-{E89035DA-F5D2-75B0-0ADE-5FEEA8F2A7AB}" dt="2024-12-11T17:11:21.168" v="47"/>
          <ac:picMkLst>
            <pc:docMk/>
            <pc:sldMk cId="1339708664" sldId="274"/>
            <ac:picMk id="5" creationId="{D7C4DF57-843E-B031-42DD-0C91CCD6F93E}"/>
          </ac:picMkLst>
        </pc:picChg>
      </pc:sldChg>
      <pc:sldChg chg="addSp">
        <pc:chgData name="gehad ahmed" userId="S::gehad.ahmed@monglish.uk::fc5b6faf-59c5-4dbd-a344-9305be11f68b" providerId="AD" clId="Web-{E89035DA-F5D2-75B0-0ADE-5FEEA8F2A7AB}" dt="2024-12-11T17:11:29.855" v="49"/>
        <pc:sldMkLst>
          <pc:docMk/>
          <pc:sldMk cId="1930462125" sldId="275"/>
        </pc:sldMkLst>
        <pc:picChg chg="add">
          <ac:chgData name="gehad ahmed" userId="S::gehad.ahmed@monglish.uk::fc5b6faf-59c5-4dbd-a344-9305be11f68b" providerId="AD" clId="Web-{E89035DA-F5D2-75B0-0ADE-5FEEA8F2A7AB}" dt="2024-12-11T17:11:29.855" v="49"/>
          <ac:picMkLst>
            <pc:docMk/>
            <pc:sldMk cId="1930462125" sldId="275"/>
            <ac:picMk id="4" creationId="{3B5C0163-EE7A-6065-85D7-339AF5F7243E}"/>
          </ac:picMkLst>
        </pc:picChg>
      </pc:sldChg>
      <pc:sldChg chg="addSp">
        <pc:chgData name="gehad ahmed" userId="S::gehad.ahmed@monglish.uk::fc5b6faf-59c5-4dbd-a344-9305be11f68b" providerId="AD" clId="Web-{E89035DA-F5D2-75B0-0ADE-5FEEA8F2A7AB}" dt="2024-12-11T17:11:34.996" v="50"/>
        <pc:sldMkLst>
          <pc:docMk/>
          <pc:sldMk cId="3253939816" sldId="276"/>
        </pc:sldMkLst>
        <pc:picChg chg="add">
          <ac:chgData name="gehad ahmed" userId="S::gehad.ahmed@monglish.uk::fc5b6faf-59c5-4dbd-a344-9305be11f68b" providerId="AD" clId="Web-{E89035DA-F5D2-75B0-0ADE-5FEEA8F2A7AB}" dt="2024-12-11T17:11:34.996" v="50"/>
          <ac:picMkLst>
            <pc:docMk/>
            <pc:sldMk cId="3253939816" sldId="276"/>
            <ac:picMk id="5" creationId="{38ACE034-63F7-7026-C648-FDDC8FF68798}"/>
          </ac:picMkLst>
        </pc:picChg>
      </pc:sldChg>
      <pc:sldChg chg="addSp">
        <pc:chgData name="gehad ahmed" userId="S::gehad.ahmed@monglish.uk::fc5b6faf-59c5-4dbd-a344-9305be11f68b" providerId="AD" clId="Web-{E89035DA-F5D2-75B0-0ADE-5FEEA8F2A7AB}" dt="2024-12-11T17:11:40.153" v="51"/>
        <pc:sldMkLst>
          <pc:docMk/>
          <pc:sldMk cId="2084251903" sldId="277"/>
        </pc:sldMkLst>
        <pc:picChg chg="add">
          <ac:chgData name="gehad ahmed" userId="S::gehad.ahmed@monglish.uk::fc5b6faf-59c5-4dbd-a344-9305be11f68b" providerId="AD" clId="Web-{E89035DA-F5D2-75B0-0ADE-5FEEA8F2A7AB}" dt="2024-12-11T17:11:40.153" v="51"/>
          <ac:picMkLst>
            <pc:docMk/>
            <pc:sldMk cId="2084251903" sldId="277"/>
            <ac:picMk id="4" creationId="{E1505650-FC38-96F4-AA7C-67B45D53370E}"/>
          </ac:picMkLst>
        </pc:picChg>
      </pc:sldChg>
      <pc:sldChg chg="addSp">
        <pc:chgData name="gehad ahmed" userId="S::gehad.ahmed@monglish.uk::fc5b6faf-59c5-4dbd-a344-9305be11f68b" providerId="AD" clId="Web-{E89035DA-F5D2-75B0-0ADE-5FEEA8F2A7AB}" dt="2024-12-11T17:11:46.653" v="53"/>
        <pc:sldMkLst>
          <pc:docMk/>
          <pc:sldMk cId="1283707555" sldId="278"/>
        </pc:sldMkLst>
        <pc:picChg chg="add">
          <ac:chgData name="gehad ahmed" userId="S::gehad.ahmed@monglish.uk::fc5b6faf-59c5-4dbd-a344-9305be11f68b" providerId="AD" clId="Web-{E89035DA-F5D2-75B0-0ADE-5FEEA8F2A7AB}" dt="2024-12-11T17:11:46.653" v="53"/>
          <ac:picMkLst>
            <pc:docMk/>
            <pc:sldMk cId="1283707555" sldId="278"/>
            <ac:picMk id="5" creationId="{401D5CE0-2A82-A5F4-7295-1D1AB2681C57}"/>
          </ac:picMkLst>
        </pc:picChg>
      </pc:sldChg>
      <pc:sldChg chg="addSp">
        <pc:chgData name="gehad ahmed" userId="S::gehad.ahmed@monglish.uk::fc5b6faf-59c5-4dbd-a344-9305be11f68b" providerId="AD" clId="Web-{E89035DA-F5D2-75B0-0ADE-5FEEA8F2A7AB}" dt="2024-12-11T17:11:24.840" v="48"/>
        <pc:sldMkLst>
          <pc:docMk/>
          <pc:sldMk cId="2483077703" sldId="279"/>
        </pc:sldMkLst>
        <pc:picChg chg="add">
          <ac:chgData name="gehad ahmed" userId="S::gehad.ahmed@monglish.uk::fc5b6faf-59c5-4dbd-a344-9305be11f68b" providerId="AD" clId="Web-{E89035DA-F5D2-75B0-0ADE-5FEEA8F2A7AB}" dt="2024-12-11T17:11:24.840" v="48"/>
          <ac:picMkLst>
            <pc:docMk/>
            <pc:sldMk cId="2483077703" sldId="279"/>
            <ac:picMk id="4" creationId="{AABCDD7B-5CCB-42A2-A0E5-B03DCFECC752}"/>
          </ac:picMkLst>
        </pc:picChg>
      </pc:sldChg>
      <pc:sldChg chg="addSp">
        <pc:chgData name="gehad ahmed" userId="S::gehad.ahmed@monglish.uk::fc5b6faf-59c5-4dbd-a344-9305be11f68b" providerId="AD" clId="Web-{E89035DA-F5D2-75B0-0ADE-5FEEA8F2A7AB}" dt="2024-12-11T17:11:43.749" v="52"/>
        <pc:sldMkLst>
          <pc:docMk/>
          <pc:sldMk cId="2971489926" sldId="280"/>
        </pc:sldMkLst>
        <pc:picChg chg="add">
          <ac:chgData name="gehad ahmed" userId="S::gehad.ahmed@monglish.uk::fc5b6faf-59c5-4dbd-a344-9305be11f68b" providerId="AD" clId="Web-{E89035DA-F5D2-75B0-0ADE-5FEEA8F2A7AB}" dt="2024-12-11T17:11:43.749" v="52"/>
          <ac:picMkLst>
            <pc:docMk/>
            <pc:sldMk cId="2971489926" sldId="280"/>
            <ac:picMk id="4" creationId="{D0B0C930-4A59-A45C-3FBA-B403C50D516D}"/>
          </ac:picMkLst>
        </pc:picChg>
      </pc:sldChg>
      <pc:sldChg chg="addSp delSp modSp add replId delAnim">
        <pc:chgData name="gehad ahmed" userId="S::gehad.ahmed@monglish.uk::fc5b6faf-59c5-4dbd-a344-9305be11f68b" providerId="AD" clId="Web-{E89035DA-F5D2-75B0-0ADE-5FEEA8F2A7AB}" dt="2024-12-11T17:15:47.316" v="85" actId="14100"/>
        <pc:sldMkLst>
          <pc:docMk/>
          <pc:sldMk cId="2776117492" sldId="281"/>
        </pc:sldMkLst>
        <pc:spChg chg="mod">
          <ac:chgData name="gehad ahmed" userId="S::gehad.ahmed@monglish.uk::fc5b6faf-59c5-4dbd-a344-9305be11f68b" providerId="AD" clId="Web-{E89035DA-F5D2-75B0-0ADE-5FEEA8F2A7AB}" dt="2024-12-11T17:12:31.904" v="58" actId="1076"/>
          <ac:spMkLst>
            <pc:docMk/>
            <pc:sldMk cId="2776117492" sldId="281"/>
            <ac:spMk id="22" creationId="{094CA25E-3B6A-584A-3C8F-1C03319E2A0A}"/>
          </ac:spMkLst>
        </pc:spChg>
        <pc:spChg chg="mod">
          <ac:chgData name="gehad ahmed" userId="S::gehad.ahmed@monglish.uk::fc5b6faf-59c5-4dbd-a344-9305be11f68b" providerId="AD" clId="Web-{E89035DA-F5D2-75B0-0ADE-5FEEA8F2A7AB}" dt="2024-12-11T17:15:43.378" v="83" actId="1076"/>
          <ac:spMkLst>
            <pc:docMk/>
            <pc:sldMk cId="2776117492" sldId="281"/>
            <ac:spMk id="27" creationId="{2DD37E7B-3735-685D-FD6E-9D37B524C726}"/>
          </ac:spMkLst>
        </pc:spChg>
        <pc:picChg chg="add mod">
          <ac:chgData name="gehad ahmed" userId="S::gehad.ahmed@monglish.uk::fc5b6faf-59c5-4dbd-a344-9305be11f68b" providerId="AD" clId="Web-{E89035DA-F5D2-75B0-0ADE-5FEEA8F2A7AB}" dt="2024-12-11T17:15:47.316" v="85" actId="14100"/>
          <ac:picMkLst>
            <pc:docMk/>
            <pc:sldMk cId="2776117492" sldId="281"/>
            <ac:picMk id="2" creationId="{819F01CB-4905-CFF9-D2F3-5424ACDCC1F0}"/>
          </ac:picMkLst>
        </pc:picChg>
        <pc:picChg chg="del">
          <ac:chgData name="gehad ahmed" userId="S::gehad.ahmed@monglish.uk::fc5b6faf-59c5-4dbd-a344-9305be11f68b" providerId="AD" clId="Web-{E89035DA-F5D2-75B0-0ADE-5FEEA8F2A7AB}" dt="2024-12-11T17:12:34.435" v="59"/>
          <ac:picMkLst>
            <pc:docMk/>
            <pc:sldMk cId="2776117492" sldId="281"/>
            <ac:picMk id="23" creationId="{A68F31A1-4D94-7E48-192B-F4FD5329D0E3}"/>
          </ac:picMkLst>
        </pc:picChg>
        <pc:picChg chg="del mod">
          <ac:chgData name="gehad ahmed" userId="S::gehad.ahmed@monglish.uk::fc5b6faf-59c5-4dbd-a344-9305be11f68b" providerId="AD" clId="Web-{E89035DA-F5D2-75B0-0ADE-5FEEA8F2A7AB}" dt="2024-12-11T17:13:09.608" v="76"/>
          <ac:picMkLst>
            <pc:docMk/>
            <pc:sldMk cId="2776117492" sldId="281"/>
            <ac:picMk id="35" creationId="{ED859216-D447-AFD8-7DDF-9C994E1779B2}"/>
          </ac:picMkLst>
        </pc:picChg>
        <pc:picChg chg="del mod">
          <ac:chgData name="gehad ahmed" userId="S::gehad.ahmed@monglish.uk::fc5b6faf-59c5-4dbd-a344-9305be11f68b" providerId="AD" clId="Web-{E89035DA-F5D2-75B0-0ADE-5FEEA8F2A7AB}" dt="2024-12-11T17:13:05.483" v="75"/>
          <ac:picMkLst>
            <pc:docMk/>
            <pc:sldMk cId="2776117492" sldId="281"/>
            <ac:picMk id="5124" creationId="{FE3DCD1F-CB40-6F6C-2455-CDB831CF3777}"/>
          </ac:picMkLst>
        </pc:picChg>
      </pc:sldChg>
    </pc:docChg>
  </pc:docChgLst>
  <pc:docChgLst>
    <pc:chgData name="kate" userId="S::kate@monglish.uk::d57fcf51-613c-4870-8d1e-efc96a9d555f" providerId="AD" clId="Web-{CC041CF5-0D9E-9EAC-F4EA-C9A66EA9344A}"/>
    <pc:docChg chg="modSld">
      <pc:chgData name="kate" userId="S::kate@monglish.uk::d57fcf51-613c-4870-8d1e-efc96a9d555f" providerId="AD" clId="Web-{CC041CF5-0D9E-9EAC-F4EA-C9A66EA9344A}" dt="2025-06-23T18:15:13.906" v="0" actId="14100"/>
      <pc:docMkLst>
        <pc:docMk/>
      </pc:docMkLst>
      <pc:sldChg chg="modSp">
        <pc:chgData name="kate" userId="S::kate@monglish.uk::d57fcf51-613c-4870-8d1e-efc96a9d555f" providerId="AD" clId="Web-{CC041CF5-0D9E-9EAC-F4EA-C9A66EA9344A}" dt="2025-06-23T18:15:13.906" v="0" actId="14100"/>
        <pc:sldMkLst>
          <pc:docMk/>
          <pc:sldMk cId="507196969" sldId="273"/>
        </pc:sldMkLst>
        <pc:picChg chg="mod">
          <ac:chgData name="kate" userId="S::kate@monglish.uk::d57fcf51-613c-4870-8d1e-efc96a9d555f" providerId="AD" clId="Web-{CC041CF5-0D9E-9EAC-F4EA-C9A66EA9344A}" dt="2025-06-23T18:15:13.906" v="0" actId="14100"/>
          <ac:picMkLst>
            <pc:docMk/>
            <pc:sldMk cId="507196969" sldId="273"/>
            <ac:picMk id="6" creationId="{3A4AF3F6-736F-9406-5308-706426BF355A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svg"/><Relationship Id="rId13" Type="http://schemas.openxmlformats.org/officeDocument/2006/relationships/image" Target="../media/image10.sv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4.png"/><Relationship Id="rId12" Type="http://schemas.openxmlformats.org/officeDocument/2006/relationships/image" Target="../media/image9.png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6" Type="http://schemas.openxmlformats.org/officeDocument/2006/relationships/image" Target="../media/image3.svg"/><Relationship Id="rId11" Type="http://schemas.openxmlformats.org/officeDocument/2006/relationships/image" Target="../media/image8.png"/><Relationship Id="rId5" Type="http://schemas.openxmlformats.org/officeDocument/2006/relationships/image" Target="../media/image2.png"/><Relationship Id="rId15" Type="http://schemas.openxmlformats.org/officeDocument/2006/relationships/image" Target="../media/image12.png"/><Relationship Id="rId10" Type="http://schemas.openxmlformats.org/officeDocument/2006/relationships/image" Target="../media/image7.svg"/><Relationship Id="rId4" Type="http://schemas.openxmlformats.org/officeDocument/2006/relationships/image" Target="../media/image1.jpeg"/><Relationship Id="rId9" Type="http://schemas.openxmlformats.org/officeDocument/2006/relationships/image" Target="../media/image6.png"/><Relationship Id="rId14" Type="http://schemas.openxmlformats.org/officeDocument/2006/relationships/image" Target="../media/image11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2.png"/><Relationship Id="rId7" Type="http://schemas.openxmlformats.org/officeDocument/2006/relationships/image" Target="../media/image1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8.png"/><Relationship Id="rId10" Type="http://schemas.openxmlformats.org/officeDocument/2006/relationships/image" Target="../media/image12.png"/><Relationship Id="rId4" Type="http://schemas.openxmlformats.org/officeDocument/2006/relationships/image" Target="../media/image3.svg"/><Relationship Id="rId9" Type="http://schemas.openxmlformats.org/officeDocument/2006/relationships/image" Target="../media/image1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4" Type="http://schemas.openxmlformats.org/officeDocument/2006/relationships/image" Target="../media/image3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3" Type="http://schemas.openxmlformats.org/officeDocument/2006/relationships/image" Target="../media/image4.png"/><Relationship Id="rId7" Type="http://schemas.openxmlformats.org/officeDocument/2006/relationships/image" Target="../media/image19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svg"/><Relationship Id="rId5" Type="http://schemas.openxmlformats.org/officeDocument/2006/relationships/image" Target="../media/image2.png"/><Relationship Id="rId10" Type="http://schemas.openxmlformats.org/officeDocument/2006/relationships/image" Target="../media/image12.png"/><Relationship Id="rId4" Type="http://schemas.openxmlformats.org/officeDocument/2006/relationships/image" Target="../media/image5.svg"/><Relationship Id="rId9" Type="http://schemas.openxmlformats.org/officeDocument/2006/relationships/hyperlink" Target="https://wordwall.net/resource/83671890" TargetMode="Externa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svg"/><Relationship Id="rId13" Type="http://schemas.openxmlformats.org/officeDocument/2006/relationships/hyperlink" Target="https://svgsilh.com/image/29369.html" TargetMode="External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2.png"/><Relationship Id="rId12" Type="http://schemas.openxmlformats.org/officeDocument/2006/relationships/image" Target="../media/image23.svg"/><Relationship Id="rId2" Type="http://schemas.openxmlformats.org/officeDocument/2006/relationships/audio" Target="../media/media2.mp3"/><Relationship Id="rId1" Type="http://schemas.microsoft.com/office/2007/relationships/media" Target="../media/media2.mp3"/><Relationship Id="rId6" Type="http://schemas.openxmlformats.org/officeDocument/2006/relationships/image" Target="../media/image5.svg"/><Relationship Id="rId11" Type="http://schemas.openxmlformats.org/officeDocument/2006/relationships/image" Target="../media/image22.png"/><Relationship Id="rId5" Type="http://schemas.openxmlformats.org/officeDocument/2006/relationships/image" Target="../media/image4.png"/><Relationship Id="rId15" Type="http://schemas.openxmlformats.org/officeDocument/2006/relationships/image" Target="../media/image12.png"/><Relationship Id="rId10" Type="http://schemas.openxmlformats.org/officeDocument/2006/relationships/hyperlink" Target="https://pixabay.com/en/bee-bi-cartoon-honey-insect-1296273/" TargetMode="External"/><Relationship Id="rId4" Type="http://schemas.openxmlformats.org/officeDocument/2006/relationships/image" Target="../media/image1.jpeg"/><Relationship Id="rId9" Type="http://schemas.openxmlformats.org/officeDocument/2006/relationships/image" Target="../media/image21.png"/><Relationship Id="rId1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.png"/><Relationship Id="rId7" Type="http://schemas.openxmlformats.org/officeDocument/2006/relationships/image" Target="../media/image2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svg"/><Relationship Id="rId5" Type="http://schemas.openxmlformats.org/officeDocument/2006/relationships/image" Target="../media/image19.png"/><Relationship Id="rId4" Type="http://schemas.openxmlformats.org/officeDocument/2006/relationships/image" Target="../media/image3.svg"/><Relationship Id="rId9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svg"/><Relationship Id="rId13" Type="http://schemas.openxmlformats.org/officeDocument/2006/relationships/image" Target="../media/image11.pn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2.png"/><Relationship Id="rId12" Type="http://schemas.openxmlformats.org/officeDocument/2006/relationships/image" Target="../media/image26.gif"/><Relationship Id="rId2" Type="http://schemas.openxmlformats.org/officeDocument/2006/relationships/audio" Target="../media/media3.mp3"/><Relationship Id="rId1" Type="http://schemas.microsoft.com/office/2007/relationships/media" Target="../media/media3.mp3"/><Relationship Id="rId6" Type="http://schemas.openxmlformats.org/officeDocument/2006/relationships/image" Target="../media/image5.svg"/><Relationship Id="rId11" Type="http://schemas.openxmlformats.org/officeDocument/2006/relationships/hyperlink" Target="https://svgsilh.com/image/29369.html" TargetMode="External"/><Relationship Id="rId5" Type="http://schemas.openxmlformats.org/officeDocument/2006/relationships/image" Target="../media/image4.png"/><Relationship Id="rId10" Type="http://schemas.openxmlformats.org/officeDocument/2006/relationships/image" Target="../media/image23.svg"/><Relationship Id="rId4" Type="http://schemas.openxmlformats.org/officeDocument/2006/relationships/image" Target="../media/image1.jpeg"/><Relationship Id="rId9" Type="http://schemas.openxmlformats.org/officeDocument/2006/relationships/image" Target="../media/image22.png"/><Relationship Id="rId1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gif"/><Relationship Id="rId3" Type="http://schemas.openxmlformats.org/officeDocument/2006/relationships/image" Target="../media/image4.png"/><Relationship Id="rId7" Type="http://schemas.openxmlformats.org/officeDocument/2006/relationships/image" Target="../media/image1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svg"/><Relationship Id="rId5" Type="http://schemas.openxmlformats.org/officeDocument/2006/relationships/image" Target="../media/image2.png"/><Relationship Id="rId4" Type="http://schemas.openxmlformats.org/officeDocument/2006/relationships/image" Target="../media/image5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28.gif"/><Relationship Id="rId4" Type="http://schemas.openxmlformats.org/officeDocument/2006/relationships/image" Target="../media/image3.sv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31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svg"/><Relationship Id="rId5" Type="http://schemas.openxmlformats.org/officeDocument/2006/relationships/image" Target="../media/image29.png"/><Relationship Id="rId4" Type="http://schemas.openxmlformats.org/officeDocument/2006/relationships/image" Target="../media/image3.sv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3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svg"/><Relationship Id="rId5" Type="http://schemas.openxmlformats.org/officeDocument/2006/relationships/image" Target="../media/image29.png"/><Relationship Id="rId4" Type="http://schemas.openxmlformats.org/officeDocument/2006/relationships/image" Target="../media/image3.sv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3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svg"/><Relationship Id="rId5" Type="http://schemas.openxmlformats.org/officeDocument/2006/relationships/image" Target="../media/image29.png"/><Relationship Id="rId4" Type="http://schemas.openxmlformats.org/officeDocument/2006/relationships/image" Target="../media/image3.sv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3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svg"/><Relationship Id="rId5" Type="http://schemas.openxmlformats.org/officeDocument/2006/relationships/image" Target="../media/image29.png"/><Relationship Id="rId4" Type="http://schemas.openxmlformats.org/officeDocument/2006/relationships/image" Target="../media/image3.sv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3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svg"/><Relationship Id="rId5" Type="http://schemas.openxmlformats.org/officeDocument/2006/relationships/image" Target="../media/image29.png"/><Relationship Id="rId4" Type="http://schemas.openxmlformats.org/officeDocument/2006/relationships/image" Target="../media/image3.sv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3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svg"/><Relationship Id="rId5" Type="http://schemas.openxmlformats.org/officeDocument/2006/relationships/image" Target="../media/image29.png"/><Relationship Id="rId4" Type="http://schemas.openxmlformats.org/officeDocument/2006/relationships/image" Target="../media/image3.sv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3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svg"/><Relationship Id="rId5" Type="http://schemas.openxmlformats.org/officeDocument/2006/relationships/image" Target="../media/image29.png"/><Relationship Id="rId4" Type="http://schemas.openxmlformats.org/officeDocument/2006/relationships/image" Target="../media/image3.sv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3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svg"/><Relationship Id="rId5" Type="http://schemas.openxmlformats.org/officeDocument/2006/relationships/image" Target="../media/image29.png"/><Relationship Id="rId4" Type="http://schemas.openxmlformats.org/officeDocument/2006/relationships/image" Target="../media/image3.sv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39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svg"/><Relationship Id="rId5" Type="http://schemas.openxmlformats.org/officeDocument/2006/relationships/image" Target="../media/image29.png"/><Relationship Id="rId4" Type="http://schemas.openxmlformats.org/officeDocument/2006/relationships/image" Target="../media/image3.sv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40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svg"/><Relationship Id="rId5" Type="http://schemas.openxmlformats.org/officeDocument/2006/relationships/image" Target="../media/image29.png"/><Relationship Id="rId4" Type="http://schemas.openxmlformats.org/officeDocument/2006/relationships/image" Target="../media/image3.sv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41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svg"/><Relationship Id="rId5" Type="http://schemas.openxmlformats.org/officeDocument/2006/relationships/image" Target="../media/image29.png"/><Relationship Id="rId4" Type="http://schemas.openxmlformats.org/officeDocument/2006/relationships/image" Target="../media/image3.sv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4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svg"/><Relationship Id="rId5" Type="http://schemas.openxmlformats.org/officeDocument/2006/relationships/image" Target="../media/image29.png"/><Relationship Id="rId4" Type="http://schemas.openxmlformats.org/officeDocument/2006/relationships/image" Target="../media/image3.sv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4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svg"/><Relationship Id="rId5" Type="http://schemas.openxmlformats.org/officeDocument/2006/relationships/image" Target="../media/image29.png"/><Relationship Id="rId4" Type="http://schemas.openxmlformats.org/officeDocument/2006/relationships/image" Target="../media/image3.sv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hyperlink" Target="https://bbujis.blogspot.com/2020/04/mi-cole-en-casa-clase-21.html" TargetMode="External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44.gif"/><Relationship Id="rId12" Type="http://schemas.openxmlformats.org/officeDocument/2006/relationships/image" Target="../media/image12.png"/><Relationship Id="rId2" Type="http://schemas.openxmlformats.org/officeDocument/2006/relationships/audio" Target="../media/media4.mp3"/><Relationship Id="rId1" Type="http://schemas.microsoft.com/office/2007/relationships/media" Target="../media/media4.mp3"/><Relationship Id="rId6" Type="http://schemas.openxmlformats.org/officeDocument/2006/relationships/image" Target="../media/image3.svg"/><Relationship Id="rId11" Type="http://schemas.openxmlformats.org/officeDocument/2006/relationships/image" Target="../media/image47.png"/><Relationship Id="rId5" Type="http://schemas.openxmlformats.org/officeDocument/2006/relationships/image" Target="../media/image2.png"/><Relationship Id="rId10" Type="http://schemas.openxmlformats.org/officeDocument/2006/relationships/image" Target="../media/image46.gif"/><Relationship Id="rId4" Type="http://schemas.openxmlformats.org/officeDocument/2006/relationships/image" Target="../media/image1.jpeg"/><Relationship Id="rId9" Type="http://schemas.openxmlformats.org/officeDocument/2006/relationships/image" Target="../media/image45.gif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17.png"/><Relationship Id="rId12" Type="http://schemas.openxmlformats.org/officeDocument/2006/relationships/image" Target="../media/image10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11" Type="http://schemas.openxmlformats.org/officeDocument/2006/relationships/image" Target="../media/image9.png"/><Relationship Id="rId5" Type="http://schemas.openxmlformats.org/officeDocument/2006/relationships/image" Target="../media/image4.png"/><Relationship Id="rId10" Type="http://schemas.openxmlformats.org/officeDocument/2006/relationships/image" Target="../media/image20.svg"/><Relationship Id="rId4" Type="http://schemas.openxmlformats.org/officeDocument/2006/relationships/image" Target="../media/image3.svg"/><Relationship Id="rId9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38888" b="-38888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5699811" y="-206923"/>
            <a:ext cx="3204098" cy="2471245"/>
          </a:xfrm>
          <a:custGeom>
            <a:avLst/>
            <a:gdLst/>
            <a:ahLst/>
            <a:cxnLst/>
            <a:rect l="l" t="t" r="r" b="b"/>
            <a:pathLst>
              <a:path w="3204098" h="2471245">
                <a:moveTo>
                  <a:pt x="0" y="0"/>
                </a:moveTo>
                <a:lnTo>
                  <a:pt x="3204098" y="0"/>
                </a:lnTo>
                <a:lnTo>
                  <a:pt x="3204098" y="2471246"/>
                </a:lnTo>
                <a:lnTo>
                  <a:pt x="0" y="247124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4900880" y="8379275"/>
            <a:ext cx="4195285" cy="2184822"/>
          </a:xfrm>
          <a:custGeom>
            <a:avLst/>
            <a:gdLst/>
            <a:ahLst/>
            <a:cxnLst/>
            <a:rect l="l" t="t" r="r" b="b"/>
            <a:pathLst>
              <a:path w="4195285" h="2184822">
                <a:moveTo>
                  <a:pt x="0" y="0"/>
                </a:moveTo>
                <a:lnTo>
                  <a:pt x="4195285" y="0"/>
                </a:lnTo>
                <a:lnTo>
                  <a:pt x="4195285" y="2184822"/>
                </a:lnTo>
                <a:lnTo>
                  <a:pt x="0" y="218482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0705595" y="8379275"/>
            <a:ext cx="4195285" cy="2184822"/>
          </a:xfrm>
          <a:custGeom>
            <a:avLst/>
            <a:gdLst/>
            <a:ahLst/>
            <a:cxnLst/>
            <a:rect l="l" t="t" r="r" b="b"/>
            <a:pathLst>
              <a:path w="4195285" h="2184822">
                <a:moveTo>
                  <a:pt x="0" y="0"/>
                </a:moveTo>
                <a:lnTo>
                  <a:pt x="4195285" y="0"/>
                </a:lnTo>
                <a:lnTo>
                  <a:pt x="4195285" y="2184822"/>
                </a:lnTo>
                <a:lnTo>
                  <a:pt x="0" y="218482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6510310" y="8379275"/>
            <a:ext cx="4195285" cy="2184822"/>
          </a:xfrm>
          <a:custGeom>
            <a:avLst/>
            <a:gdLst/>
            <a:ahLst/>
            <a:cxnLst/>
            <a:rect l="l" t="t" r="r" b="b"/>
            <a:pathLst>
              <a:path w="4195285" h="2184822">
                <a:moveTo>
                  <a:pt x="0" y="0"/>
                </a:moveTo>
                <a:lnTo>
                  <a:pt x="4195285" y="0"/>
                </a:lnTo>
                <a:lnTo>
                  <a:pt x="4195285" y="2184822"/>
                </a:lnTo>
                <a:lnTo>
                  <a:pt x="0" y="218482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2315025" y="8379275"/>
            <a:ext cx="4195285" cy="2184822"/>
          </a:xfrm>
          <a:custGeom>
            <a:avLst/>
            <a:gdLst/>
            <a:ahLst/>
            <a:cxnLst/>
            <a:rect l="l" t="t" r="r" b="b"/>
            <a:pathLst>
              <a:path w="4195285" h="2184822">
                <a:moveTo>
                  <a:pt x="0" y="0"/>
                </a:moveTo>
                <a:lnTo>
                  <a:pt x="4195285" y="0"/>
                </a:lnTo>
                <a:lnTo>
                  <a:pt x="4195285" y="2184822"/>
                </a:lnTo>
                <a:lnTo>
                  <a:pt x="0" y="218482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-1880260" y="8662669"/>
            <a:ext cx="4195285" cy="2184822"/>
          </a:xfrm>
          <a:custGeom>
            <a:avLst/>
            <a:gdLst/>
            <a:ahLst/>
            <a:cxnLst/>
            <a:rect l="l" t="t" r="r" b="b"/>
            <a:pathLst>
              <a:path w="4195285" h="2184822">
                <a:moveTo>
                  <a:pt x="0" y="0"/>
                </a:moveTo>
                <a:lnTo>
                  <a:pt x="4195285" y="0"/>
                </a:lnTo>
                <a:lnTo>
                  <a:pt x="4195285" y="2184822"/>
                </a:lnTo>
                <a:lnTo>
                  <a:pt x="0" y="218482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-361932" y="-206923"/>
            <a:ext cx="3204098" cy="2471245"/>
          </a:xfrm>
          <a:custGeom>
            <a:avLst/>
            <a:gdLst/>
            <a:ahLst/>
            <a:cxnLst/>
            <a:rect l="l" t="t" r="r" b="b"/>
            <a:pathLst>
              <a:path w="3204098" h="2471245">
                <a:moveTo>
                  <a:pt x="0" y="0"/>
                </a:moveTo>
                <a:lnTo>
                  <a:pt x="3204097" y="0"/>
                </a:lnTo>
                <a:lnTo>
                  <a:pt x="3204097" y="2471246"/>
                </a:lnTo>
                <a:lnTo>
                  <a:pt x="0" y="247124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2315025" y="-206923"/>
            <a:ext cx="3204098" cy="2471245"/>
          </a:xfrm>
          <a:custGeom>
            <a:avLst/>
            <a:gdLst/>
            <a:ahLst/>
            <a:cxnLst/>
            <a:rect l="l" t="t" r="r" b="b"/>
            <a:pathLst>
              <a:path w="3204098" h="2471245">
                <a:moveTo>
                  <a:pt x="0" y="0"/>
                </a:moveTo>
                <a:lnTo>
                  <a:pt x="3204098" y="0"/>
                </a:lnTo>
                <a:lnTo>
                  <a:pt x="3204098" y="2471246"/>
                </a:lnTo>
                <a:lnTo>
                  <a:pt x="0" y="247124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4991982" y="-206923"/>
            <a:ext cx="3204098" cy="2471245"/>
          </a:xfrm>
          <a:custGeom>
            <a:avLst/>
            <a:gdLst/>
            <a:ahLst/>
            <a:cxnLst/>
            <a:rect l="l" t="t" r="r" b="b"/>
            <a:pathLst>
              <a:path w="3204098" h="2471245">
                <a:moveTo>
                  <a:pt x="0" y="0"/>
                </a:moveTo>
                <a:lnTo>
                  <a:pt x="3204098" y="0"/>
                </a:lnTo>
                <a:lnTo>
                  <a:pt x="3204098" y="2471246"/>
                </a:lnTo>
                <a:lnTo>
                  <a:pt x="0" y="247124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7668939" y="-206923"/>
            <a:ext cx="3204098" cy="2471245"/>
          </a:xfrm>
          <a:custGeom>
            <a:avLst/>
            <a:gdLst/>
            <a:ahLst/>
            <a:cxnLst/>
            <a:rect l="l" t="t" r="r" b="b"/>
            <a:pathLst>
              <a:path w="3204098" h="2471245">
                <a:moveTo>
                  <a:pt x="0" y="0"/>
                </a:moveTo>
                <a:lnTo>
                  <a:pt x="3204098" y="0"/>
                </a:lnTo>
                <a:lnTo>
                  <a:pt x="3204098" y="2471246"/>
                </a:lnTo>
                <a:lnTo>
                  <a:pt x="0" y="247124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0345897" y="-206923"/>
            <a:ext cx="3204098" cy="2471245"/>
          </a:xfrm>
          <a:custGeom>
            <a:avLst/>
            <a:gdLst/>
            <a:ahLst/>
            <a:cxnLst/>
            <a:rect l="l" t="t" r="r" b="b"/>
            <a:pathLst>
              <a:path w="3204098" h="2471245">
                <a:moveTo>
                  <a:pt x="0" y="0"/>
                </a:moveTo>
                <a:lnTo>
                  <a:pt x="3204097" y="0"/>
                </a:lnTo>
                <a:lnTo>
                  <a:pt x="3204097" y="2471246"/>
                </a:lnTo>
                <a:lnTo>
                  <a:pt x="0" y="247124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13022854" y="-206923"/>
            <a:ext cx="3204098" cy="2471245"/>
          </a:xfrm>
          <a:custGeom>
            <a:avLst/>
            <a:gdLst/>
            <a:ahLst/>
            <a:cxnLst/>
            <a:rect l="l" t="t" r="r" b="b"/>
            <a:pathLst>
              <a:path w="3204098" h="2471245">
                <a:moveTo>
                  <a:pt x="0" y="0"/>
                </a:moveTo>
                <a:lnTo>
                  <a:pt x="3204097" y="0"/>
                </a:lnTo>
                <a:lnTo>
                  <a:pt x="3204097" y="2471246"/>
                </a:lnTo>
                <a:lnTo>
                  <a:pt x="0" y="247124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 rot="-883497">
            <a:off x="228331" y="2598261"/>
            <a:ext cx="4734239" cy="4956542"/>
          </a:xfrm>
          <a:custGeom>
            <a:avLst/>
            <a:gdLst/>
            <a:ahLst/>
            <a:cxnLst/>
            <a:rect l="l" t="t" r="r" b="b"/>
            <a:pathLst>
              <a:path w="4734239" h="4956542">
                <a:moveTo>
                  <a:pt x="0" y="0"/>
                </a:moveTo>
                <a:lnTo>
                  <a:pt x="4734239" y="0"/>
                </a:lnTo>
                <a:lnTo>
                  <a:pt x="4734239" y="4956542"/>
                </a:lnTo>
                <a:lnTo>
                  <a:pt x="0" y="495654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14194184" y="6143532"/>
            <a:ext cx="4065534" cy="4143468"/>
          </a:xfrm>
          <a:custGeom>
            <a:avLst/>
            <a:gdLst/>
            <a:ahLst/>
            <a:cxnLst/>
            <a:rect l="l" t="t" r="r" b="b"/>
            <a:pathLst>
              <a:path w="4065534" h="4143468">
                <a:moveTo>
                  <a:pt x="0" y="0"/>
                </a:moveTo>
                <a:lnTo>
                  <a:pt x="4065534" y="0"/>
                </a:lnTo>
                <a:lnTo>
                  <a:pt x="4065534" y="4143468"/>
                </a:lnTo>
                <a:lnTo>
                  <a:pt x="0" y="4143468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5948884" y="3337278"/>
            <a:ext cx="7249742" cy="182761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3200"/>
              </a:lnSpc>
            </a:pPr>
            <a:r>
              <a:rPr lang="en-US" sz="14505">
                <a:solidFill>
                  <a:srgbClr val="F9A500"/>
                </a:solidFill>
                <a:latin typeface="Modak"/>
                <a:ea typeface="Modak"/>
                <a:cs typeface="Modak"/>
                <a:sym typeface="Modak"/>
              </a:rPr>
              <a:t>Spelling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5126329" y="4751610"/>
            <a:ext cx="8035342" cy="18276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200"/>
              </a:lnSpc>
            </a:pPr>
            <a:r>
              <a:rPr lang="en-US" sz="14505">
                <a:solidFill>
                  <a:srgbClr val="663312"/>
                </a:solidFill>
                <a:latin typeface="Modak"/>
                <a:ea typeface="Modak"/>
                <a:cs typeface="Modak"/>
                <a:sym typeface="Modak"/>
              </a:rPr>
              <a:t>Bee</a:t>
            </a:r>
          </a:p>
        </p:txBody>
      </p:sp>
      <p:sp>
        <p:nvSpPr>
          <p:cNvPr id="19" name="Freeform 19"/>
          <p:cNvSpPr/>
          <p:nvPr/>
        </p:nvSpPr>
        <p:spPr>
          <a:xfrm>
            <a:off x="15432629" y="0"/>
            <a:ext cx="2855371" cy="4155964"/>
          </a:xfrm>
          <a:custGeom>
            <a:avLst/>
            <a:gdLst/>
            <a:ahLst/>
            <a:cxnLst/>
            <a:rect l="l" t="t" r="r" b="b"/>
            <a:pathLst>
              <a:path w="2855371" h="4155964">
                <a:moveTo>
                  <a:pt x="0" y="0"/>
                </a:moveTo>
                <a:lnTo>
                  <a:pt x="2855371" y="0"/>
                </a:lnTo>
                <a:lnTo>
                  <a:pt x="2855371" y="4155964"/>
                </a:lnTo>
                <a:lnTo>
                  <a:pt x="0" y="4155964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20" name="TextBox 20"/>
          <p:cNvSpPr txBox="1"/>
          <p:nvPr/>
        </p:nvSpPr>
        <p:spPr>
          <a:xfrm>
            <a:off x="7149778" y="6288087"/>
            <a:ext cx="3988445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b="1">
                <a:solidFill>
                  <a:srgbClr val="663312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Foundation 2</a:t>
            </a:r>
          </a:p>
        </p:txBody>
      </p:sp>
      <p:pic>
        <p:nvPicPr>
          <p:cNvPr id="21" name="ElevenLabs_2024-12-11T15_02_16_Gigi_pre_s64_sb75_se0_b_m2">
            <a:hlinkClick r:id="" action="ppaction://media"/>
            <a:extLst>
              <a:ext uri="{FF2B5EF4-FFF2-40B4-BE49-F238E27FC236}">
                <a16:creationId xmlns:a16="http://schemas.microsoft.com/office/drawing/2014/main" id="{CDFB6D63-774C-4489-C4EF-6DE8A9DB102B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4"/>
          <a:stretch>
            <a:fillRect/>
          </a:stretch>
        </p:blipFill>
        <p:spPr>
          <a:xfrm>
            <a:off x="4398812" y="2558124"/>
            <a:ext cx="1366176" cy="1366176"/>
          </a:xfrm>
          <a:prstGeom prst="rect">
            <a:avLst/>
          </a:prstGeom>
        </p:spPr>
      </p:pic>
      <p:pic>
        <p:nvPicPr>
          <p:cNvPr id="22" name="Picture 21" descr="A logo with blue and orange text&#10;&#10;Description automatically generated">
            <a:extLst>
              <a:ext uri="{FF2B5EF4-FFF2-40B4-BE49-F238E27FC236}">
                <a16:creationId xmlns:a16="http://schemas.microsoft.com/office/drawing/2014/main" id="{7021EF48-2078-2AF3-B2DE-B21F5524A7D6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81000" y="211592"/>
            <a:ext cx="2209800" cy="23526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671" fill="hold"/>
                                        <p:tgtEl>
                                          <p:spTgt spid="2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1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19316"/>
            <a:ext cx="18288000" cy="5061857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5293215" y="51443"/>
            <a:ext cx="3204098" cy="2471245"/>
          </a:xfrm>
          <a:custGeom>
            <a:avLst/>
            <a:gdLst/>
            <a:ahLst/>
            <a:cxnLst/>
            <a:rect l="l" t="t" r="r" b="b"/>
            <a:pathLst>
              <a:path w="3204098" h="2471245">
                <a:moveTo>
                  <a:pt x="0" y="0"/>
                </a:moveTo>
                <a:lnTo>
                  <a:pt x="3204098" y="0"/>
                </a:lnTo>
                <a:lnTo>
                  <a:pt x="3204098" y="2471246"/>
                </a:lnTo>
                <a:lnTo>
                  <a:pt x="0" y="247124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-334447" y="-53428"/>
            <a:ext cx="3204098" cy="2471245"/>
          </a:xfrm>
          <a:custGeom>
            <a:avLst/>
            <a:gdLst/>
            <a:ahLst/>
            <a:cxnLst/>
            <a:rect l="l" t="t" r="r" b="b"/>
            <a:pathLst>
              <a:path w="3204098" h="2471245">
                <a:moveTo>
                  <a:pt x="0" y="0"/>
                </a:moveTo>
                <a:lnTo>
                  <a:pt x="3204097" y="0"/>
                </a:lnTo>
                <a:lnTo>
                  <a:pt x="3204097" y="2471246"/>
                </a:lnTo>
                <a:lnTo>
                  <a:pt x="0" y="247124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2379733" y="-53758"/>
            <a:ext cx="3204098" cy="2471245"/>
          </a:xfrm>
          <a:custGeom>
            <a:avLst/>
            <a:gdLst/>
            <a:ahLst/>
            <a:cxnLst/>
            <a:rect l="l" t="t" r="r" b="b"/>
            <a:pathLst>
              <a:path w="3204098" h="2471245">
                <a:moveTo>
                  <a:pt x="0" y="0"/>
                </a:moveTo>
                <a:lnTo>
                  <a:pt x="3204098" y="0"/>
                </a:lnTo>
                <a:lnTo>
                  <a:pt x="3204098" y="2471246"/>
                </a:lnTo>
                <a:lnTo>
                  <a:pt x="0" y="247124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4992222" y="-24648"/>
            <a:ext cx="3204098" cy="2471245"/>
          </a:xfrm>
          <a:custGeom>
            <a:avLst/>
            <a:gdLst/>
            <a:ahLst/>
            <a:cxnLst/>
            <a:rect l="l" t="t" r="r" b="b"/>
            <a:pathLst>
              <a:path w="3204098" h="2471245">
                <a:moveTo>
                  <a:pt x="0" y="0"/>
                </a:moveTo>
                <a:lnTo>
                  <a:pt x="3204098" y="0"/>
                </a:lnTo>
                <a:lnTo>
                  <a:pt x="3204098" y="2471246"/>
                </a:lnTo>
                <a:lnTo>
                  <a:pt x="0" y="247124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7647802" y="-28036"/>
            <a:ext cx="3204098" cy="2471245"/>
          </a:xfrm>
          <a:custGeom>
            <a:avLst/>
            <a:gdLst/>
            <a:ahLst/>
            <a:cxnLst/>
            <a:rect l="l" t="t" r="r" b="b"/>
            <a:pathLst>
              <a:path w="3204098" h="2471245">
                <a:moveTo>
                  <a:pt x="0" y="0"/>
                </a:moveTo>
                <a:lnTo>
                  <a:pt x="3204098" y="0"/>
                </a:lnTo>
                <a:lnTo>
                  <a:pt x="3204098" y="2471246"/>
                </a:lnTo>
                <a:lnTo>
                  <a:pt x="0" y="247124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0237247" y="-1849"/>
            <a:ext cx="3204098" cy="2471245"/>
          </a:xfrm>
          <a:custGeom>
            <a:avLst/>
            <a:gdLst/>
            <a:ahLst/>
            <a:cxnLst/>
            <a:rect l="l" t="t" r="r" b="b"/>
            <a:pathLst>
              <a:path w="3204098" h="2471245">
                <a:moveTo>
                  <a:pt x="0" y="0"/>
                </a:moveTo>
                <a:lnTo>
                  <a:pt x="3204097" y="0"/>
                </a:lnTo>
                <a:lnTo>
                  <a:pt x="3204097" y="2471246"/>
                </a:lnTo>
                <a:lnTo>
                  <a:pt x="0" y="247124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14" name="Freeform 14"/>
          <p:cNvSpPr/>
          <p:nvPr/>
        </p:nvSpPr>
        <p:spPr>
          <a:xfrm>
            <a:off x="12951572" y="24006"/>
            <a:ext cx="3204098" cy="2471245"/>
          </a:xfrm>
          <a:custGeom>
            <a:avLst/>
            <a:gdLst/>
            <a:ahLst/>
            <a:cxnLst/>
            <a:rect l="l" t="t" r="r" b="b"/>
            <a:pathLst>
              <a:path w="3204098" h="2471245">
                <a:moveTo>
                  <a:pt x="0" y="0"/>
                </a:moveTo>
                <a:lnTo>
                  <a:pt x="3204097" y="0"/>
                </a:lnTo>
                <a:lnTo>
                  <a:pt x="3204097" y="2471246"/>
                </a:lnTo>
                <a:lnTo>
                  <a:pt x="0" y="247124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11234969" y="288020"/>
            <a:ext cx="2509277" cy="2616134"/>
          </a:xfrm>
          <a:custGeom>
            <a:avLst/>
            <a:gdLst/>
            <a:ahLst/>
            <a:cxnLst/>
            <a:rect l="l" t="t" r="r" b="b"/>
            <a:pathLst>
              <a:path w="3946823" h="4022481">
                <a:moveTo>
                  <a:pt x="0" y="0"/>
                </a:moveTo>
                <a:lnTo>
                  <a:pt x="3946823" y="0"/>
                </a:lnTo>
                <a:lnTo>
                  <a:pt x="3946823" y="4022481"/>
                </a:lnTo>
                <a:lnTo>
                  <a:pt x="0" y="402248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22" name="TextBox 22"/>
          <p:cNvSpPr txBox="1"/>
          <p:nvPr/>
        </p:nvSpPr>
        <p:spPr>
          <a:xfrm>
            <a:off x="3567347" y="2410492"/>
            <a:ext cx="5226052" cy="15638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283"/>
              </a:lnSpc>
            </a:pPr>
            <a:r>
              <a:rPr lang="en-US" sz="12399">
                <a:solidFill>
                  <a:srgbClr val="F9A500"/>
                </a:solidFill>
                <a:latin typeface="Modak"/>
                <a:ea typeface="Modak"/>
                <a:cs typeface="Modak"/>
                <a:sym typeface="Modak"/>
              </a:rPr>
              <a:t>class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8194655" y="2428559"/>
            <a:ext cx="4449397" cy="15638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283"/>
              </a:lnSpc>
            </a:pPr>
            <a:r>
              <a:rPr lang="en-US" sz="12399">
                <a:solidFill>
                  <a:srgbClr val="663312"/>
                </a:solidFill>
                <a:latin typeface="Modak"/>
                <a:ea typeface="Modak"/>
                <a:cs typeface="Modak"/>
                <a:sym typeface="Modak"/>
              </a:rPr>
              <a:t>rules</a:t>
            </a: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B42D3168-381D-F42A-DAB7-F3543F6BC6E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75975" y="4030184"/>
            <a:ext cx="1328196" cy="2043379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8F2B5138-5D46-2039-8D65-98C405373E8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439801" y="4245769"/>
            <a:ext cx="1944030" cy="1944030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974FD2BE-518C-E5F3-7C2F-644DFC90053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383144" y="5784004"/>
            <a:ext cx="2910142" cy="2910142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B664FEAD-8B4A-90D3-0A3D-8285D5D85B6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588832" y="6308719"/>
            <a:ext cx="2836882" cy="2836882"/>
          </a:xfrm>
          <a:prstGeom prst="rect">
            <a:avLst/>
          </a:prstGeom>
        </p:spPr>
      </p:pic>
      <p:sp>
        <p:nvSpPr>
          <p:cNvPr id="34" name="Rectangle 33">
            <a:extLst>
              <a:ext uri="{FF2B5EF4-FFF2-40B4-BE49-F238E27FC236}">
                <a16:creationId xmlns:a16="http://schemas.microsoft.com/office/drawing/2014/main" id="{13360BA2-44A2-6BF6-AAD7-B1E13DBE8143}"/>
              </a:ext>
            </a:extLst>
          </p:cNvPr>
          <p:cNvSpPr/>
          <p:nvPr/>
        </p:nvSpPr>
        <p:spPr>
          <a:xfrm>
            <a:off x="1048923" y="5850067"/>
            <a:ext cx="6296917" cy="110799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6600" b="0" cap="none" spc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Black" panose="020B0A04020102020204" pitchFamily="34" charset="0"/>
              </a:rPr>
              <a:t>1- Be on time</a:t>
            </a:r>
            <a:endParaRPr lang="ar-EG" sz="6600" b="0" cap="none" spc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 Black" panose="020B0A04020102020204" pitchFamily="34" charset="0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D0775283-AEA9-21D1-F00E-2D2FF85317BF}"/>
              </a:ext>
            </a:extLst>
          </p:cNvPr>
          <p:cNvSpPr/>
          <p:nvPr/>
        </p:nvSpPr>
        <p:spPr>
          <a:xfrm>
            <a:off x="8194655" y="5910713"/>
            <a:ext cx="8446479" cy="110799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6600" b="0" cap="none" spc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Black" panose="020B0A04020102020204" pitchFamily="34" charset="0"/>
              </a:rPr>
              <a:t>2-Raise your hand</a:t>
            </a:r>
            <a:endParaRPr lang="ar-EG" sz="6600" b="0" cap="none" spc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798B5086-1520-DB70-0973-6A6E0C567B5F}"/>
              </a:ext>
            </a:extLst>
          </p:cNvPr>
          <p:cNvSpPr/>
          <p:nvPr/>
        </p:nvSpPr>
        <p:spPr>
          <a:xfrm>
            <a:off x="1267602" y="8462009"/>
            <a:ext cx="5257850" cy="101566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6000" b="0" cap="none" spc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Black" panose="020B0A04020102020204" pitchFamily="34" charset="0"/>
              </a:rPr>
              <a:t>3- No eating</a:t>
            </a:r>
            <a:endParaRPr lang="ar-EG" sz="6000" b="0" cap="none" spc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 Black" panose="020B0A04020102020204" pitchFamily="34" charset="0"/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699AE94C-634D-DB52-C669-91A6A58B67A0}"/>
              </a:ext>
            </a:extLst>
          </p:cNvPr>
          <p:cNvSpPr/>
          <p:nvPr/>
        </p:nvSpPr>
        <p:spPr>
          <a:xfrm>
            <a:off x="7645272" y="8505132"/>
            <a:ext cx="9934578" cy="101566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6000" b="0" cap="none" spc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Black" panose="020B0A04020102020204" pitchFamily="34" charset="0"/>
              </a:rPr>
              <a:t>4- Turn on your camera</a:t>
            </a:r>
            <a:endParaRPr lang="ar-EG" sz="6000" b="0" cap="none" spc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 Black" panose="020B0A04020102020204" pitchFamily="34" charset="0"/>
            </a:endParaRPr>
          </a:p>
        </p:txBody>
      </p:sp>
      <p:pic>
        <p:nvPicPr>
          <p:cNvPr id="5" name="Picture 4" descr="A logo with blue and orange text&#10;&#10;Description automatically generated">
            <a:extLst>
              <a:ext uri="{FF2B5EF4-FFF2-40B4-BE49-F238E27FC236}">
                <a16:creationId xmlns:a16="http://schemas.microsoft.com/office/drawing/2014/main" id="{735D158D-626E-AA23-A2AC-8B209237501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68728" y="554492"/>
            <a:ext cx="2209800" cy="235267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7367" y="-19050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8" name="Freeform 8"/>
          <p:cNvSpPr/>
          <p:nvPr/>
        </p:nvSpPr>
        <p:spPr>
          <a:xfrm>
            <a:off x="12625445" y="-279064"/>
            <a:ext cx="2571635" cy="1983442"/>
          </a:xfrm>
          <a:custGeom>
            <a:avLst/>
            <a:gdLst/>
            <a:ahLst/>
            <a:cxnLst/>
            <a:rect l="l" t="t" r="r" b="b"/>
            <a:pathLst>
              <a:path w="2571635" h="1983442">
                <a:moveTo>
                  <a:pt x="0" y="0"/>
                </a:moveTo>
                <a:lnTo>
                  <a:pt x="2571635" y="0"/>
                </a:lnTo>
                <a:lnTo>
                  <a:pt x="2571635" y="1983442"/>
                </a:lnTo>
                <a:lnTo>
                  <a:pt x="0" y="198344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-265841" y="-279064"/>
            <a:ext cx="2571635" cy="1983442"/>
          </a:xfrm>
          <a:custGeom>
            <a:avLst/>
            <a:gdLst/>
            <a:ahLst/>
            <a:cxnLst/>
            <a:rect l="l" t="t" r="r" b="b"/>
            <a:pathLst>
              <a:path w="2571635" h="1983442">
                <a:moveTo>
                  <a:pt x="0" y="0"/>
                </a:moveTo>
                <a:lnTo>
                  <a:pt x="2571635" y="0"/>
                </a:lnTo>
                <a:lnTo>
                  <a:pt x="2571635" y="1983442"/>
                </a:lnTo>
                <a:lnTo>
                  <a:pt x="0" y="198344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882707" y="-279064"/>
            <a:ext cx="2571635" cy="1983442"/>
          </a:xfrm>
          <a:custGeom>
            <a:avLst/>
            <a:gdLst/>
            <a:ahLst/>
            <a:cxnLst/>
            <a:rect l="l" t="t" r="r" b="b"/>
            <a:pathLst>
              <a:path w="2571635" h="1983442">
                <a:moveTo>
                  <a:pt x="0" y="0"/>
                </a:moveTo>
                <a:lnTo>
                  <a:pt x="2571635" y="0"/>
                </a:lnTo>
                <a:lnTo>
                  <a:pt x="2571635" y="1983442"/>
                </a:lnTo>
                <a:lnTo>
                  <a:pt x="0" y="198344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4031255" y="-279064"/>
            <a:ext cx="2571635" cy="1983442"/>
          </a:xfrm>
          <a:custGeom>
            <a:avLst/>
            <a:gdLst/>
            <a:ahLst/>
            <a:cxnLst/>
            <a:rect l="l" t="t" r="r" b="b"/>
            <a:pathLst>
              <a:path w="2571635" h="1983442">
                <a:moveTo>
                  <a:pt x="0" y="0"/>
                </a:moveTo>
                <a:lnTo>
                  <a:pt x="2571634" y="0"/>
                </a:lnTo>
                <a:lnTo>
                  <a:pt x="2571634" y="1983442"/>
                </a:lnTo>
                <a:lnTo>
                  <a:pt x="0" y="198344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6179802" y="-279064"/>
            <a:ext cx="2571635" cy="1983442"/>
          </a:xfrm>
          <a:custGeom>
            <a:avLst/>
            <a:gdLst/>
            <a:ahLst/>
            <a:cxnLst/>
            <a:rect l="l" t="t" r="r" b="b"/>
            <a:pathLst>
              <a:path w="2571635" h="1983442">
                <a:moveTo>
                  <a:pt x="0" y="0"/>
                </a:moveTo>
                <a:lnTo>
                  <a:pt x="2571635" y="0"/>
                </a:lnTo>
                <a:lnTo>
                  <a:pt x="2571635" y="1983442"/>
                </a:lnTo>
                <a:lnTo>
                  <a:pt x="0" y="198344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8328350" y="-279064"/>
            <a:ext cx="2571635" cy="1983442"/>
          </a:xfrm>
          <a:custGeom>
            <a:avLst/>
            <a:gdLst/>
            <a:ahLst/>
            <a:cxnLst/>
            <a:rect l="l" t="t" r="r" b="b"/>
            <a:pathLst>
              <a:path w="2571635" h="1983442">
                <a:moveTo>
                  <a:pt x="0" y="0"/>
                </a:moveTo>
                <a:lnTo>
                  <a:pt x="2571635" y="0"/>
                </a:lnTo>
                <a:lnTo>
                  <a:pt x="2571635" y="1983442"/>
                </a:lnTo>
                <a:lnTo>
                  <a:pt x="0" y="198344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10476898" y="-279064"/>
            <a:ext cx="2571635" cy="1983442"/>
          </a:xfrm>
          <a:custGeom>
            <a:avLst/>
            <a:gdLst/>
            <a:ahLst/>
            <a:cxnLst/>
            <a:rect l="l" t="t" r="r" b="b"/>
            <a:pathLst>
              <a:path w="2571635" h="1983442">
                <a:moveTo>
                  <a:pt x="0" y="0"/>
                </a:moveTo>
                <a:lnTo>
                  <a:pt x="2571635" y="0"/>
                </a:lnTo>
                <a:lnTo>
                  <a:pt x="2571635" y="1983442"/>
                </a:lnTo>
                <a:lnTo>
                  <a:pt x="0" y="198344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14772558" y="-279064"/>
            <a:ext cx="2571635" cy="1983442"/>
          </a:xfrm>
          <a:custGeom>
            <a:avLst/>
            <a:gdLst/>
            <a:ahLst/>
            <a:cxnLst/>
            <a:rect l="l" t="t" r="r" b="b"/>
            <a:pathLst>
              <a:path w="2571635" h="1983442">
                <a:moveTo>
                  <a:pt x="0" y="0"/>
                </a:moveTo>
                <a:lnTo>
                  <a:pt x="2571634" y="0"/>
                </a:lnTo>
                <a:lnTo>
                  <a:pt x="2571634" y="1983442"/>
                </a:lnTo>
                <a:lnTo>
                  <a:pt x="0" y="198344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16919670" y="-279064"/>
            <a:ext cx="2571635" cy="1983442"/>
          </a:xfrm>
          <a:custGeom>
            <a:avLst/>
            <a:gdLst/>
            <a:ahLst/>
            <a:cxnLst/>
            <a:rect l="l" t="t" r="r" b="b"/>
            <a:pathLst>
              <a:path w="2571635" h="1983442">
                <a:moveTo>
                  <a:pt x="0" y="0"/>
                </a:moveTo>
                <a:lnTo>
                  <a:pt x="2571635" y="0"/>
                </a:lnTo>
                <a:lnTo>
                  <a:pt x="2571635" y="1983442"/>
                </a:lnTo>
                <a:lnTo>
                  <a:pt x="0" y="198344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21" name="TextBox 21"/>
          <p:cNvSpPr txBox="1"/>
          <p:nvPr/>
        </p:nvSpPr>
        <p:spPr>
          <a:xfrm>
            <a:off x="4679126" y="3538401"/>
            <a:ext cx="9486140" cy="12409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009"/>
              </a:lnSpc>
            </a:pPr>
            <a:r>
              <a:rPr lang="en-US" sz="9900">
                <a:solidFill>
                  <a:srgbClr val="663312"/>
                </a:solidFill>
                <a:latin typeface="Modak"/>
                <a:ea typeface="Modak"/>
                <a:cs typeface="Modak"/>
                <a:sym typeface="Modak"/>
              </a:rPr>
              <a:t>Are you ready?</a:t>
            </a:r>
          </a:p>
        </p:txBody>
      </p:sp>
      <p:sp>
        <p:nvSpPr>
          <p:cNvPr id="25" name="Freeform 26">
            <a:extLst>
              <a:ext uri="{FF2B5EF4-FFF2-40B4-BE49-F238E27FC236}">
                <a16:creationId xmlns:a16="http://schemas.microsoft.com/office/drawing/2014/main" id="{49C07A13-2763-D5E9-3D55-91D62981F6F2}"/>
              </a:ext>
            </a:extLst>
          </p:cNvPr>
          <p:cNvSpPr/>
          <p:nvPr/>
        </p:nvSpPr>
        <p:spPr>
          <a:xfrm>
            <a:off x="6847095" y="4610100"/>
            <a:ext cx="4668544" cy="4745385"/>
          </a:xfrm>
          <a:custGeom>
            <a:avLst/>
            <a:gdLst/>
            <a:ahLst/>
            <a:cxnLst/>
            <a:rect l="l" t="t" r="r" b="b"/>
            <a:pathLst>
              <a:path w="2374198" h="2565440">
                <a:moveTo>
                  <a:pt x="0" y="0"/>
                </a:moveTo>
                <a:lnTo>
                  <a:pt x="2374198" y="0"/>
                </a:lnTo>
                <a:lnTo>
                  <a:pt x="2374198" y="2565440"/>
                </a:lnTo>
                <a:lnTo>
                  <a:pt x="0" y="256544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pic>
        <p:nvPicPr>
          <p:cNvPr id="4" name="Picture 3" descr="A logo with blue and orange text&#10;&#10;Description automatically generated">
            <a:extLst>
              <a:ext uri="{FF2B5EF4-FFF2-40B4-BE49-F238E27FC236}">
                <a16:creationId xmlns:a16="http://schemas.microsoft.com/office/drawing/2014/main" id="{58657DD0-EA15-E6B6-2F9E-CA2C0C68EFA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1000" y="211592"/>
            <a:ext cx="2209800" cy="23526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3960732" y="8246839"/>
            <a:ext cx="4195285" cy="2184822"/>
          </a:xfrm>
          <a:custGeom>
            <a:avLst/>
            <a:gdLst/>
            <a:ahLst/>
            <a:cxnLst/>
            <a:rect l="l" t="t" r="r" b="b"/>
            <a:pathLst>
              <a:path w="4195285" h="2184822">
                <a:moveTo>
                  <a:pt x="0" y="0"/>
                </a:moveTo>
                <a:lnTo>
                  <a:pt x="4195285" y="0"/>
                </a:lnTo>
                <a:lnTo>
                  <a:pt x="4195285" y="2184822"/>
                </a:lnTo>
                <a:lnTo>
                  <a:pt x="0" y="218482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2625445" y="-279064"/>
            <a:ext cx="2571635" cy="1983442"/>
          </a:xfrm>
          <a:custGeom>
            <a:avLst/>
            <a:gdLst/>
            <a:ahLst/>
            <a:cxnLst/>
            <a:rect l="l" t="t" r="r" b="b"/>
            <a:pathLst>
              <a:path w="2571635" h="1983442">
                <a:moveTo>
                  <a:pt x="0" y="0"/>
                </a:moveTo>
                <a:lnTo>
                  <a:pt x="2571635" y="0"/>
                </a:lnTo>
                <a:lnTo>
                  <a:pt x="2571635" y="1983442"/>
                </a:lnTo>
                <a:lnTo>
                  <a:pt x="0" y="198344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-265841" y="-279064"/>
            <a:ext cx="2571635" cy="1983442"/>
          </a:xfrm>
          <a:custGeom>
            <a:avLst/>
            <a:gdLst/>
            <a:ahLst/>
            <a:cxnLst/>
            <a:rect l="l" t="t" r="r" b="b"/>
            <a:pathLst>
              <a:path w="2571635" h="1983442">
                <a:moveTo>
                  <a:pt x="0" y="0"/>
                </a:moveTo>
                <a:lnTo>
                  <a:pt x="2571635" y="0"/>
                </a:lnTo>
                <a:lnTo>
                  <a:pt x="2571635" y="1983442"/>
                </a:lnTo>
                <a:lnTo>
                  <a:pt x="0" y="198344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861814" y="-279064"/>
            <a:ext cx="2571635" cy="1983442"/>
          </a:xfrm>
          <a:custGeom>
            <a:avLst/>
            <a:gdLst/>
            <a:ahLst/>
            <a:cxnLst/>
            <a:rect l="l" t="t" r="r" b="b"/>
            <a:pathLst>
              <a:path w="2571635" h="1983442">
                <a:moveTo>
                  <a:pt x="0" y="0"/>
                </a:moveTo>
                <a:lnTo>
                  <a:pt x="2571635" y="0"/>
                </a:lnTo>
                <a:lnTo>
                  <a:pt x="2571635" y="1983442"/>
                </a:lnTo>
                <a:lnTo>
                  <a:pt x="0" y="198344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4031255" y="-279064"/>
            <a:ext cx="2571635" cy="1983442"/>
          </a:xfrm>
          <a:custGeom>
            <a:avLst/>
            <a:gdLst/>
            <a:ahLst/>
            <a:cxnLst/>
            <a:rect l="l" t="t" r="r" b="b"/>
            <a:pathLst>
              <a:path w="2571635" h="1983442">
                <a:moveTo>
                  <a:pt x="0" y="0"/>
                </a:moveTo>
                <a:lnTo>
                  <a:pt x="2571634" y="0"/>
                </a:lnTo>
                <a:lnTo>
                  <a:pt x="2571634" y="1983442"/>
                </a:lnTo>
                <a:lnTo>
                  <a:pt x="0" y="198344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6179802" y="-279064"/>
            <a:ext cx="2571635" cy="1983442"/>
          </a:xfrm>
          <a:custGeom>
            <a:avLst/>
            <a:gdLst/>
            <a:ahLst/>
            <a:cxnLst/>
            <a:rect l="l" t="t" r="r" b="b"/>
            <a:pathLst>
              <a:path w="2571635" h="1983442">
                <a:moveTo>
                  <a:pt x="0" y="0"/>
                </a:moveTo>
                <a:lnTo>
                  <a:pt x="2571635" y="0"/>
                </a:lnTo>
                <a:lnTo>
                  <a:pt x="2571635" y="1983442"/>
                </a:lnTo>
                <a:lnTo>
                  <a:pt x="0" y="198344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8328350" y="-279064"/>
            <a:ext cx="2571635" cy="1983442"/>
          </a:xfrm>
          <a:custGeom>
            <a:avLst/>
            <a:gdLst/>
            <a:ahLst/>
            <a:cxnLst/>
            <a:rect l="l" t="t" r="r" b="b"/>
            <a:pathLst>
              <a:path w="2571635" h="1983442">
                <a:moveTo>
                  <a:pt x="0" y="0"/>
                </a:moveTo>
                <a:lnTo>
                  <a:pt x="2571635" y="0"/>
                </a:lnTo>
                <a:lnTo>
                  <a:pt x="2571635" y="1983442"/>
                </a:lnTo>
                <a:lnTo>
                  <a:pt x="0" y="198344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10476898" y="-279064"/>
            <a:ext cx="2571635" cy="1983442"/>
          </a:xfrm>
          <a:custGeom>
            <a:avLst/>
            <a:gdLst/>
            <a:ahLst/>
            <a:cxnLst/>
            <a:rect l="l" t="t" r="r" b="b"/>
            <a:pathLst>
              <a:path w="2571635" h="1983442">
                <a:moveTo>
                  <a:pt x="0" y="0"/>
                </a:moveTo>
                <a:lnTo>
                  <a:pt x="2571635" y="0"/>
                </a:lnTo>
                <a:lnTo>
                  <a:pt x="2571635" y="1983442"/>
                </a:lnTo>
                <a:lnTo>
                  <a:pt x="0" y="198344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14772558" y="-279064"/>
            <a:ext cx="2571635" cy="1983442"/>
          </a:xfrm>
          <a:custGeom>
            <a:avLst/>
            <a:gdLst/>
            <a:ahLst/>
            <a:cxnLst/>
            <a:rect l="l" t="t" r="r" b="b"/>
            <a:pathLst>
              <a:path w="2571635" h="1983442">
                <a:moveTo>
                  <a:pt x="0" y="0"/>
                </a:moveTo>
                <a:lnTo>
                  <a:pt x="2571634" y="0"/>
                </a:lnTo>
                <a:lnTo>
                  <a:pt x="2571634" y="1983442"/>
                </a:lnTo>
                <a:lnTo>
                  <a:pt x="0" y="198344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16919670" y="-279064"/>
            <a:ext cx="2571635" cy="1983442"/>
          </a:xfrm>
          <a:custGeom>
            <a:avLst/>
            <a:gdLst/>
            <a:ahLst/>
            <a:cxnLst/>
            <a:rect l="l" t="t" r="r" b="b"/>
            <a:pathLst>
              <a:path w="2571635" h="1983442">
                <a:moveTo>
                  <a:pt x="0" y="0"/>
                </a:moveTo>
                <a:lnTo>
                  <a:pt x="2571635" y="0"/>
                </a:lnTo>
                <a:lnTo>
                  <a:pt x="2571635" y="1983442"/>
                </a:lnTo>
                <a:lnTo>
                  <a:pt x="0" y="198344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grpSp>
        <p:nvGrpSpPr>
          <p:cNvPr id="17" name="Group 17"/>
          <p:cNvGrpSpPr/>
          <p:nvPr/>
        </p:nvGrpSpPr>
        <p:grpSpPr>
          <a:xfrm>
            <a:off x="1882707" y="3174600"/>
            <a:ext cx="14953506" cy="4420099"/>
            <a:chOff x="0" y="0"/>
            <a:chExt cx="3938372" cy="1164141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3938372" cy="1164141"/>
            </a:xfrm>
            <a:custGeom>
              <a:avLst/>
              <a:gdLst/>
              <a:ahLst/>
              <a:cxnLst/>
              <a:rect l="l" t="t" r="r" b="b"/>
              <a:pathLst>
                <a:path w="3938372" h="1164141">
                  <a:moveTo>
                    <a:pt x="26404" y="0"/>
                  </a:moveTo>
                  <a:lnTo>
                    <a:pt x="3911968" y="0"/>
                  </a:lnTo>
                  <a:cubicBezTo>
                    <a:pt x="3918970" y="0"/>
                    <a:pt x="3925687" y="2782"/>
                    <a:pt x="3930638" y="7734"/>
                  </a:cubicBezTo>
                  <a:cubicBezTo>
                    <a:pt x="3935590" y="12685"/>
                    <a:pt x="3938372" y="19401"/>
                    <a:pt x="3938372" y="26404"/>
                  </a:cubicBezTo>
                  <a:lnTo>
                    <a:pt x="3938372" y="1137737"/>
                  </a:lnTo>
                  <a:cubicBezTo>
                    <a:pt x="3938372" y="1152320"/>
                    <a:pt x="3926550" y="1164141"/>
                    <a:pt x="3911968" y="1164141"/>
                  </a:cubicBezTo>
                  <a:lnTo>
                    <a:pt x="26404" y="1164141"/>
                  </a:lnTo>
                  <a:cubicBezTo>
                    <a:pt x="19401" y="1164141"/>
                    <a:pt x="12685" y="1161359"/>
                    <a:pt x="7734" y="1156408"/>
                  </a:cubicBezTo>
                  <a:cubicBezTo>
                    <a:pt x="2782" y="1151456"/>
                    <a:pt x="0" y="1144740"/>
                    <a:pt x="0" y="1137737"/>
                  </a:cubicBezTo>
                  <a:lnTo>
                    <a:pt x="0" y="26404"/>
                  </a:lnTo>
                  <a:cubicBezTo>
                    <a:pt x="0" y="19401"/>
                    <a:pt x="2782" y="12685"/>
                    <a:pt x="7734" y="7734"/>
                  </a:cubicBezTo>
                  <a:cubicBezTo>
                    <a:pt x="12685" y="2782"/>
                    <a:pt x="19401" y="0"/>
                    <a:pt x="26404" y="0"/>
                  </a:cubicBezTo>
                  <a:close/>
                </a:path>
              </a:pathLst>
            </a:custGeom>
            <a:solidFill>
              <a:srgbClr val="EFDABB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0" y="-38100"/>
              <a:ext cx="3938372" cy="120224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1" name="Freeform 21"/>
          <p:cNvSpPr/>
          <p:nvPr/>
        </p:nvSpPr>
        <p:spPr>
          <a:xfrm>
            <a:off x="1910711" y="2578868"/>
            <a:ext cx="4653715" cy="3188031"/>
          </a:xfrm>
          <a:custGeom>
            <a:avLst/>
            <a:gdLst/>
            <a:ahLst/>
            <a:cxnLst/>
            <a:rect l="l" t="t" r="r" b="b"/>
            <a:pathLst>
              <a:path w="4653715" h="3188031">
                <a:moveTo>
                  <a:pt x="0" y="0"/>
                </a:moveTo>
                <a:lnTo>
                  <a:pt x="4653715" y="0"/>
                </a:lnTo>
                <a:lnTo>
                  <a:pt x="4653715" y="3188031"/>
                </a:lnTo>
                <a:lnTo>
                  <a:pt x="0" y="318803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22" name="TextBox 22"/>
          <p:cNvSpPr txBox="1"/>
          <p:nvPr/>
        </p:nvSpPr>
        <p:spPr>
          <a:xfrm>
            <a:off x="4031255" y="4088219"/>
            <a:ext cx="9486140" cy="12409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009"/>
              </a:lnSpc>
            </a:pPr>
            <a:r>
              <a:rPr lang="en-US" sz="9900">
                <a:solidFill>
                  <a:srgbClr val="663312"/>
                </a:solidFill>
                <a:latin typeface="Modak"/>
                <a:ea typeface="Modak"/>
                <a:cs typeface="Modak"/>
                <a:sym typeface="Modak"/>
              </a:rPr>
              <a:t>Round 1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8A8F00C-26AB-E914-E863-55AF8401A4ED}"/>
              </a:ext>
            </a:extLst>
          </p:cNvPr>
          <p:cNvSpPr/>
          <p:nvPr/>
        </p:nvSpPr>
        <p:spPr>
          <a:xfrm>
            <a:off x="5791200" y="5608200"/>
            <a:ext cx="6268704" cy="120032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7200" b="0" cap="none" spc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“Look and read”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1FF7332-2AE0-07E2-CC4B-6DFEBCCDB582}"/>
              </a:ext>
            </a:extLst>
          </p:cNvPr>
          <p:cNvSpPr txBox="1"/>
          <p:nvPr/>
        </p:nvSpPr>
        <p:spPr>
          <a:xfrm>
            <a:off x="4507293" y="7510645"/>
            <a:ext cx="10091680" cy="70788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4000">
                <a:hlinkClick r:id="rId9"/>
              </a:rPr>
              <a:t>https://wordwall.net/resource/83671890</a:t>
            </a:r>
            <a:endParaRPr lang="ar-EG" sz="4000"/>
          </a:p>
        </p:txBody>
      </p:sp>
      <p:pic>
        <p:nvPicPr>
          <p:cNvPr id="5" name="Picture 4" descr="A logo with blue and orange text&#10;&#10;Description automatically generated">
            <a:extLst>
              <a:ext uri="{FF2B5EF4-FFF2-40B4-BE49-F238E27FC236}">
                <a16:creationId xmlns:a16="http://schemas.microsoft.com/office/drawing/2014/main" id="{021BE1A6-F2C9-E7DA-D585-0AF51D31CB9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81000" y="211592"/>
            <a:ext cx="2209800" cy="235267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3855" y="3810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38888" b="-38888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4900880" y="8379275"/>
            <a:ext cx="4195285" cy="2184822"/>
          </a:xfrm>
          <a:custGeom>
            <a:avLst/>
            <a:gdLst/>
            <a:ahLst/>
            <a:cxnLst/>
            <a:rect l="l" t="t" r="r" b="b"/>
            <a:pathLst>
              <a:path w="4195285" h="2184822">
                <a:moveTo>
                  <a:pt x="0" y="0"/>
                </a:moveTo>
                <a:lnTo>
                  <a:pt x="4195285" y="0"/>
                </a:lnTo>
                <a:lnTo>
                  <a:pt x="4195285" y="2184822"/>
                </a:lnTo>
                <a:lnTo>
                  <a:pt x="0" y="218482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0705595" y="8379275"/>
            <a:ext cx="4195285" cy="2184822"/>
          </a:xfrm>
          <a:custGeom>
            <a:avLst/>
            <a:gdLst/>
            <a:ahLst/>
            <a:cxnLst/>
            <a:rect l="l" t="t" r="r" b="b"/>
            <a:pathLst>
              <a:path w="4195285" h="2184822">
                <a:moveTo>
                  <a:pt x="0" y="0"/>
                </a:moveTo>
                <a:lnTo>
                  <a:pt x="4195285" y="0"/>
                </a:lnTo>
                <a:lnTo>
                  <a:pt x="4195285" y="2184822"/>
                </a:lnTo>
                <a:lnTo>
                  <a:pt x="0" y="218482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6510310" y="8379275"/>
            <a:ext cx="4195285" cy="2184822"/>
          </a:xfrm>
          <a:custGeom>
            <a:avLst/>
            <a:gdLst/>
            <a:ahLst/>
            <a:cxnLst/>
            <a:rect l="l" t="t" r="r" b="b"/>
            <a:pathLst>
              <a:path w="4195285" h="2184822">
                <a:moveTo>
                  <a:pt x="0" y="0"/>
                </a:moveTo>
                <a:lnTo>
                  <a:pt x="4195285" y="0"/>
                </a:lnTo>
                <a:lnTo>
                  <a:pt x="4195285" y="2184822"/>
                </a:lnTo>
                <a:lnTo>
                  <a:pt x="0" y="218482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2315025" y="8379275"/>
            <a:ext cx="4195285" cy="2184822"/>
          </a:xfrm>
          <a:custGeom>
            <a:avLst/>
            <a:gdLst/>
            <a:ahLst/>
            <a:cxnLst/>
            <a:rect l="l" t="t" r="r" b="b"/>
            <a:pathLst>
              <a:path w="4195285" h="2184822">
                <a:moveTo>
                  <a:pt x="0" y="0"/>
                </a:moveTo>
                <a:lnTo>
                  <a:pt x="4195285" y="0"/>
                </a:lnTo>
                <a:lnTo>
                  <a:pt x="4195285" y="2184822"/>
                </a:lnTo>
                <a:lnTo>
                  <a:pt x="0" y="218482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-1880260" y="8662669"/>
            <a:ext cx="4195285" cy="2184822"/>
          </a:xfrm>
          <a:custGeom>
            <a:avLst/>
            <a:gdLst/>
            <a:ahLst/>
            <a:cxnLst/>
            <a:rect l="l" t="t" r="r" b="b"/>
            <a:pathLst>
              <a:path w="4195285" h="2184822">
                <a:moveTo>
                  <a:pt x="0" y="0"/>
                </a:moveTo>
                <a:lnTo>
                  <a:pt x="4195285" y="0"/>
                </a:lnTo>
                <a:lnTo>
                  <a:pt x="4195285" y="2184822"/>
                </a:lnTo>
                <a:lnTo>
                  <a:pt x="0" y="218482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2625445" y="-279064"/>
            <a:ext cx="2571635" cy="1983442"/>
          </a:xfrm>
          <a:custGeom>
            <a:avLst/>
            <a:gdLst/>
            <a:ahLst/>
            <a:cxnLst/>
            <a:rect l="l" t="t" r="r" b="b"/>
            <a:pathLst>
              <a:path w="2571635" h="1983442">
                <a:moveTo>
                  <a:pt x="0" y="0"/>
                </a:moveTo>
                <a:lnTo>
                  <a:pt x="2571635" y="0"/>
                </a:lnTo>
                <a:lnTo>
                  <a:pt x="2571635" y="1983442"/>
                </a:lnTo>
                <a:lnTo>
                  <a:pt x="0" y="198344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-265841" y="-279064"/>
            <a:ext cx="2571635" cy="1983442"/>
          </a:xfrm>
          <a:custGeom>
            <a:avLst/>
            <a:gdLst/>
            <a:ahLst/>
            <a:cxnLst/>
            <a:rect l="l" t="t" r="r" b="b"/>
            <a:pathLst>
              <a:path w="2571635" h="1983442">
                <a:moveTo>
                  <a:pt x="0" y="0"/>
                </a:moveTo>
                <a:lnTo>
                  <a:pt x="2571635" y="0"/>
                </a:lnTo>
                <a:lnTo>
                  <a:pt x="2571635" y="1983442"/>
                </a:lnTo>
                <a:lnTo>
                  <a:pt x="0" y="198344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882707" y="-279064"/>
            <a:ext cx="2571635" cy="1983442"/>
          </a:xfrm>
          <a:custGeom>
            <a:avLst/>
            <a:gdLst/>
            <a:ahLst/>
            <a:cxnLst/>
            <a:rect l="l" t="t" r="r" b="b"/>
            <a:pathLst>
              <a:path w="2571635" h="1983442">
                <a:moveTo>
                  <a:pt x="0" y="0"/>
                </a:moveTo>
                <a:lnTo>
                  <a:pt x="2571635" y="0"/>
                </a:lnTo>
                <a:lnTo>
                  <a:pt x="2571635" y="1983442"/>
                </a:lnTo>
                <a:lnTo>
                  <a:pt x="0" y="198344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4031255" y="-279064"/>
            <a:ext cx="2571635" cy="1983442"/>
          </a:xfrm>
          <a:custGeom>
            <a:avLst/>
            <a:gdLst/>
            <a:ahLst/>
            <a:cxnLst/>
            <a:rect l="l" t="t" r="r" b="b"/>
            <a:pathLst>
              <a:path w="2571635" h="1983442">
                <a:moveTo>
                  <a:pt x="0" y="0"/>
                </a:moveTo>
                <a:lnTo>
                  <a:pt x="2571634" y="0"/>
                </a:lnTo>
                <a:lnTo>
                  <a:pt x="2571634" y="1983442"/>
                </a:lnTo>
                <a:lnTo>
                  <a:pt x="0" y="198344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6179802" y="-279064"/>
            <a:ext cx="2571635" cy="1983442"/>
          </a:xfrm>
          <a:custGeom>
            <a:avLst/>
            <a:gdLst/>
            <a:ahLst/>
            <a:cxnLst/>
            <a:rect l="l" t="t" r="r" b="b"/>
            <a:pathLst>
              <a:path w="2571635" h="1983442">
                <a:moveTo>
                  <a:pt x="0" y="0"/>
                </a:moveTo>
                <a:lnTo>
                  <a:pt x="2571635" y="0"/>
                </a:lnTo>
                <a:lnTo>
                  <a:pt x="2571635" y="1983442"/>
                </a:lnTo>
                <a:lnTo>
                  <a:pt x="0" y="198344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8328350" y="-279064"/>
            <a:ext cx="2571635" cy="1983442"/>
          </a:xfrm>
          <a:custGeom>
            <a:avLst/>
            <a:gdLst/>
            <a:ahLst/>
            <a:cxnLst/>
            <a:rect l="l" t="t" r="r" b="b"/>
            <a:pathLst>
              <a:path w="2571635" h="1983442">
                <a:moveTo>
                  <a:pt x="0" y="0"/>
                </a:moveTo>
                <a:lnTo>
                  <a:pt x="2571635" y="0"/>
                </a:lnTo>
                <a:lnTo>
                  <a:pt x="2571635" y="1983442"/>
                </a:lnTo>
                <a:lnTo>
                  <a:pt x="0" y="198344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10476898" y="-279064"/>
            <a:ext cx="2571635" cy="1983442"/>
          </a:xfrm>
          <a:custGeom>
            <a:avLst/>
            <a:gdLst/>
            <a:ahLst/>
            <a:cxnLst/>
            <a:rect l="l" t="t" r="r" b="b"/>
            <a:pathLst>
              <a:path w="2571635" h="1983442">
                <a:moveTo>
                  <a:pt x="0" y="0"/>
                </a:moveTo>
                <a:lnTo>
                  <a:pt x="2571635" y="0"/>
                </a:lnTo>
                <a:lnTo>
                  <a:pt x="2571635" y="1983442"/>
                </a:lnTo>
                <a:lnTo>
                  <a:pt x="0" y="198344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14772558" y="-279064"/>
            <a:ext cx="2571635" cy="1983442"/>
          </a:xfrm>
          <a:custGeom>
            <a:avLst/>
            <a:gdLst/>
            <a:ahLst/>
            <a:cxnLst/>
            <a:rect l="l" t="t" r="r" b="b"/>
            <a:pathLst>
              <a:path w="2571635" h="1983442">
                <a:moveTo>
                  <a:pt x="0" y="0"/>
                </a:moveTo>
                <a:lnTo>
                  <a:pt x="2571634" y="0"/>
                </a:lnTo>
                <a:lnTo>
                  <a:pt x="2571634" y="1983442"/>
                </a:lnTo>
                <a:lnTo>
                  <a:pt x="0" y="198344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16919670" y="-279064"/>
            <a:ext cx="2571635" cy="1983442"/>
          </a:xfrm>
          <a:custGeom>
            <a:avLst/>
            <a:gdLst/>
            <a:ahLst/>
            <a:cxnLst/>
            <a:rect l="l" t="t" r="r" b="b"/>
            <a:pathLst>
              <a:path w="2571635" h="1983442">
                <a:moveTo>
                  <a:pt x="0" y="0"/>
                </a:moveTo>
                <a:lnTo>
                  <a:pt x="2571635" y="0"/>
                </a:lnTo>
                <a:lnTo>
                  <a:pt x="2571635" y="1983442"/>
                </a:lnTo>
                <a:lnTo>
                  <a:pt x="0" y="198344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27" name="TextBox 27"/>
          <p:cNvSpPr txBox="1"/>
          <p:nvPr/>
        </p:nvSpPr>
        <p:spPr>
          <a:xfrm>
            <a:off x="-6928" y="2941454"/>
            <a:ext cx="9486140" cy="12409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009"/>
              </a:lnSpc>
            </a:pPr>
            <a:r>
              <a:rPr lang="en-US" sz="9900">
                <a:solidFill>
                  <a:srgbClr val="663312"/>
                </a:solidFill>
                <a:latin typeface="Modak"/>
                <a:ea typeface="Modak"/>
                <a:cs typeface="Modak"/>
                <a:sym typeface="Modak"/>
              </a:rPr>
              <a:t>Great Job</a:t>
            </a: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B493F0B4-C300-D165-04CA-17E84F18D71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0"/>
              </a:ext>
            </a:extLst>
          </a:blip>
          <a:stretch>
            <a:fillRect/>
          </a:stretch>
        </p:blipFill>
        <p:spPr>
          <a:xfrm>
            <a:off x="9206003" y="3180451"/>
            <a:ext cx="7820228" cy="5571912"/>
          </a:xfrm>
          <a:prstGeom prst="rect">
            <a:avLst/>
          </a:prstGeom>
        </p:spPr>
      </p:pic>
      <p:pic>
        <p:nvPicPr>
          <p:cNvPr id="35" name="Graphic 34">
            <a:extLst>
              <a:ext uri="{FF2B5EF4-FFF2-40B4-BE49-F238E27FC236}">
                <a16:creationId xmlns:a16="http://schemas.microsoft.com/office/drawing/2014/main" id="{FAA96509-F0A0-7D5E-9FE1-8290278C8A36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  <a:ext uri="{837473B0-CC2E-450A-ABE3-18F120FF3D39}">
                <a1611:picAttrSrcUrl xmlns:a1611="http://schemas.microsoft.com/office/drawing/2016/11/main" r:id="rId13"/>
              </a:ext>
            </a:extLst>
          </a:blip>
          <a:stretch>
            <a:fillRect/>
          </a:stretch>
        </p:blipFill>
        <p:spPr>
          <a:xfrm>
            <a:off x="728645" y="1511478"/>
            <a:ext cx="7820228" cy="5896095"/>
          </a:xfrm>
          <a:prstGeom prst="rect">
            <a:avLst/>
          </a:prstGeom>
        </p:spPr>
      </p:pic>
      <p:pic>
        <p:nvPicPr>
          <p:cNvPr id="36" name="ElevenLabs_2024-12-11T15_31_07_Gigi_pre_s64_sb75_se0_b_m2">
            <a:hlinkClick r:id="" action="ppaction://media"/>
            <a:extLst>
              <a:ext uri="{FF2B5EF4-FFF2-40B4-BE49-F238E27FC236}">
                <a16:creationId xmlns:a16="http://schemas.microsoft.com/office/drawing/2014/main" id="{1A29C1AE-CC45-CAE0-C167-B94DE623D890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4"/>
          <a:stretch>
            <a:fillRect/>
          </a:stretch>
        </p:blipFill>
        <p:spPr>
          <a:xfrm>
            <a:off x="6593594" y="1218560"/>
            <a:ext cx="1255031" cy="1255031"/>
          </a:xfrm>
          <a:prstGeom prst="rect">
            <a:avLst/>
          </a:prstGeom>
        </p:spPr>
      </p:pic>
      <p:pic>
        <p:nvPicPr>
          <p:cNvPr id="18" name="Picture 17" descr="A logo with blue and orange text&#10;&#10;Description automatically generated">
            <a:extLst>
              <a:ext uri="{FF2B5EF4-FFF2-40B4-BE49-F238E27FC236}">
                <a16:creationId xmlns:a16="http://schemas.microsoft.com/office/drawing/2014/main" id="{9C755338-DD41-558E-EE04-ED189DD07E07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17715" y="342221"/>
            <a:ext cx="2209800" cy="23526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507" fill="hold"/>
                                        <p:tgtEl>
                                          <p:spTgt spid="3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6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03D830-7292-7928-AAA1-EA9808CBEA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99F129D1-FD3E-64DA-3057-C1B756401F93}"/>
              </a:ext>
            </a:extLst>
          </p:cNvPr>
          <p:cNvSpPr/>
          <p:nvPr/>
        </p:nvSpPr>
        <p:spPr>
          <a:xfrm>
            <a:off x="-158714" y="-1122735"/>
            <a:ext cx="18446713" cy="11662824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7E7B163A-59A1-D6FC-41CD-A10AC23A795B}"/>
              </a:ext>
            </a:extLst>
          </p:cNvPr>
          <p:cNvSpPr/>
          <p:nvPr/>
        </p:nvSpPr>
        <p:spPr>
          <a:xfrm>
            <a:off x="11760031" y="-1275107"/>
            <a:ext cx="2571635" cy="1983442"/>
          </a:xfrm>
          <a:custGeom>
            <a:avLst/>
            <a:gdLst/>
            <a:ahLst/>
            <a:cxnLst/>
            <a:rect l="l" t="t" r="r" b="b"/>
            <a:pathLst>
              <a:path w="2571635" h="1983442">
                <a:moveTo>
                  <a:pt x="0" y="0"/>
                </a:moveTo>
                <a:lnTo>
                  <a:pt x="2571635" y="0"/>
                </a:lnTo>
                <a:lnTo>
                  <a:pt x="2571635" y="1983442"/>
                </a:lnTo>
                <a:lnTo>
                  <a:pt x="0" y="198344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FCE01179-A9F5-5AB3-4D8A-B90266742485}"/>
              </a:ext>
            </a:extLst>
          </p:cNvPr>
          <p:cNvSpPr/>
          <p:nvPr/>
        </p:nvSpPr>
        <p:spPr>
          <a:xfrm>
            <a:off x="-151541" y="-1128150"/>
            <a:ext cx="2571635" cy="1983442"/>
          </a:xfrm>
          <a:custGeom>
            <a:avLst/>
            <a:gdLst/>
            <a:ahLst/>
            <a:cxnLst/>
            <a:rect l="l" t="t" r="r" b="b"/>
            <a:pathLst>
              <a:path w="2571635" h="1983442">
                <a:moveTo>
                  <a:pt x="0" y="0"/>
                </a:moveTo>
                <a:lnTo>
                  <a:pt x="2571635" y="0"/>
                </a:lnTo>
                <a:lnTo>
                  <a:pt x="2571635" y="1983442"/>
                </a:lnTo>
                <a:lnTo>
                  <a:pt x="0" y="198344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53678529-597D-1665-F06D-25BAC5739E75}"/>
              </a:ext>
            </a:extLst>
          </p:cNvPr>
          <p:cNvSpPr/>
          <p:nvPr/>
        </p:nvSpPr>
        <p:spPr>
          <a:xfrm>
            <a:off x="1878142" y="-1275107"/>
            <a:ext cx="2571635" cy="1983442"/>
          </a:xfrm>
          <a:custGeom>
            <a:avLst/>
            <a:gdLst/>
            <a:ahLst/>
            <a:cxnLst/>
            <a:rect l="l" t="t" r="r" b="b"/>
            <a:pathLst>
              <a:path w="2571635" h="1983442">
                <a:moveTo>
                  <a:pt x="0" y="0"/>
                </a:moveTo>
                <a:lnTo>
                  <a:pt x="2571635" y="0"/>
                </a:lnTo>
                <a:lnTo>
                  <a:pt x="2571635" y="1983442"/>
                </a:lnTo>
                <a:lnTo>
                  <a:pt x="0" y="198344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70D53065-358F-BC39-706C-A697208EAEE6}"/>
              </a:ext>
            </a:extLst>
          </p:cNvPr>
          <p:cNvSpPr/>
          <p:nvPr/>
        </p:nvSpPr>
        <p:spPr>
          <a:xfrm>
            <a:off x="4031255" y="-1275107"/>
            <a:ext cx="2571635" cy="1983442"/>
          </a:xfrm>
          <a:custGeom>
            <a:avLst/>
            <a:gdLst/>
            <a:ahLst/>
            <a:cxnLst/>
            <a:rect l="l" t="t" r="r" b="b"/>
            <a:pathLst>
              <a:path w="2571635" h="1983442">
                <a:moveTo>
                  <a:pt x="0" y="0"/>
                </a:moveTo>
                <a:lnTo>
                  <a:pt x="2571634" y="0"/>
                </a:lnTo>
                <a:lnTo>
                  <a:pt x="2571634" y="1983442"/>
                </a:lnTo>
                <a:lnTo>
                  <a:pt x="0" y="198344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11EE53B7-921F-25AB-AEFB-61EB76190EF6}"/>
              </a:ext>
            </a:extLst>
          </p:cNvPr>
          <p:cNvSpPr/>
          <p:nvPr/>
        </p:nvSpPr>
        <p:spPr>
          <a:xfrm>
            <a:off x="6016516" y="-1275107"/>
            <a:ext cx="2571635" cy="1983442"/>
          </a:xfrm>
          <a:custGeom>
            <a:avLst/>
            <a:gdLst/>
            <a:ahLst/>
            <a:cxnLst/>
            <a:rect l="l" t="t" r="r" b="b"/>
            <a:pathLst>
              <a:path w="2571635" h="1983442">
                <a:moveTo>
                  <a:pt x="0" y="0"/>
                </a:moveTo>
                <a:lnTo>
                  <a:pt x="2571635" y="0"/>
                </a:lnTo>
                <a:lnTo>
                  <a:pt x="2571635" y="1983442"/>
                </a:lnTo>
                <a:lnTo>
                  <a:pt x="0" y="198344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>
            <a:extLst>
              <a:ext uri="{FF2B5EF4-FFF2-40B4-BE49-F238E27FC236}">
                <a16:creationId xmlns:a16="http://schemas.microsoft.com/office/drawing/2014/main" id="{3E8CEFFC-2CF8-FDFD-94A6-14C98558FC3A}"/>
              </a:ext>
            </a:extLst>
          </p:cNvPr>
          <p:cNvSpPr/>
          <p:nvPr/>
        </p:nvSpPr>
        <p:spPr>
          <a:xfrm>
            <a:off x="7854821" y="-1275107"/>
            <a:ext cx="2571635" cy="1983442"/>
          </a:xfrm>
          <a:custGeom>
            <a:avLst/>
            <a:gdLst/>
            <a:ahLst/>
            <a:cxnLst/>
            <a:rect l="l" t="t" r="r" b="b"/>
            <a:pathLst>
              <a:path w="2571635" h="1983442">
                <a:moveTo>
                  <a:pt x="0" y="0"/>
                </a:moveTo>
                <a:lnTo>
                  <a:pt x="2571635" y="0"/>
                </a:lnTo>
                <a:lnTo>
                  <a:pt x="2571635" y="1983442"/>
                </a:lnTo>
                <a:lnTo>
                  <a:pt x="0" y="198344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>
            <a:extLst>
              <a:ext uri="{FF2B5EF4-FFF2-40B4-BE49-F238E27FC236}">
                <a16:creationId xmlns:a16="http://schemas.microsoft.com/office/drawing/2014/main" id="{80377AA8-55B2-E92C-2DD7-BD90E1A248FA}"/>
              </a:ext>
            </a:extLst>
          </p:cNvPr>
          <p:cNvSpPr/>
          <p:nvPr/>
        </p:nvSpPr>
        <p:spPr>
          <a:xfrm>
            <a:off x="9840084" y="-1275107"/>
            <a:ext cx="2571635" cy="1983442"/>
          </a:xfrm>
          <a:custGeom>
            <a:avLst/>
            <a:gdLst/>
            <a:ahLst/>
            <a:cxnLst/>
            <a:rect l="l" t="t" r="r" b="b"/>
            <a:pathLst>
              <a:path w="2571635" h="1983442">
                <a:moveTo>
                  <a:pt x="0" y="0"/>
                </a:moveTo>
                <a:lnTo>
                  <a:pt x="2571635" y="0"/>
                </a:lnTo>
                <a:lnTo>
                  <a:pt x="2571635" y="1983442"/>
                </a:lnTo>
                <a:lnTo>
                  <a:pt x="0" y="198344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>
            <a:extLst>
              <a:ext uri="{FF2B5EF4-FFF2-40B4-BE49-F238E27FC236}">
                <a16:creationId xmlns:a16="http://schemas.microsoft.com/office/drawing/2014/main" id="{7D842D54-9544-A758-3E3D-96D68D40D13C}"/>
              </a:ext>
            </a:extLst>
          </p:cNvPr>
          <p:cNvSpPr/>
          <p:nvPr/>
        </p:nvSpPr>
        <p:spPr>
          <a:xfrm>
            <a:off x="13923472" y="-1275107"/>
            <a:ext cx="2571635" cy="1983442"/>
          </a:xfrm>
          <a:custGeom>
            <a:avLst/>
            <a:gdLst/>
            <a:ahLst/>
            <a:cxnLst/>
            <a:rect l="l" t="t" r="r" b="b"/>
            <a:pathLst>
              <a:path w="2571635" h="1983442">
                <a:moveTo>
                  <a:pt x="0" y="0"/>
                </a:moveTo>
                <a:lnTo>
                  <a:pt x="2571634" y="0"/>
                </a:lnTo>
                <a:lnTo>
                  <a:pt x="2571634" y="1983442"/>
                </a:lnTo>
                <a:lnTo>
                  <a:pt x="0" y="198344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>
            <a:extLst>
              <a:ext uri="{FF2B5EF4-FFF2-40B4-BE49-F238E27FC236}">
                <a16:creationId xmlns:a16="http://schemas.microsoft.com/office/drawing/2014/main" id="{2BFBCC91-B80D-9A40-0EA6-305CA2DCBED4}"/>
              </a:ext>
            </a:extLst>
          </p:cNvPr>
          <p:cNvSpPr/>
          <p:nvPr/>
        </p:nvSpPr>
        <p:spPr>
          <a:xfrm>
            <a:off x="15858313" y="-1275107"/>
            <a:ext cx="2571635" cy="1983442"/>
          </a:xfrm>
          <a:custGeom>
            <a:avLst/>
            <a:gdLst/>
            <a:ahLst/>
            <a:cxnLst/>
            <a:rect l="l" t="t" r="r" b="b"/>
            <a:pathLst>
              <a:path w="2571635" h="1983442">
                <a:moveTo>
                  <a:pt x="0" y="0"/>
                </a:moveTo>
                <a:lnTo>
                  <a:pt x="2571635" y="0"/>
                </a:lnTo>
                <a:lnTo>
                  <a:pt x="2571635" y="1983442"/>
                </a:lnTo>
                <a:lnTo>
                  <a:pt x="0" y="198344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17" name="Group 17">
            <a:extLst>
              <a:ext uri="{FF2B5EF4-FFF2-40B4-BE49-F238E27FC236}">
                <a16:creationId xmlns:a16="http://schemas.microsoft.com/office/drawing/2014/main" id="{2225199E-9BE3-5572-8AC4-0D2847AA59B2}"/>
              </a:ext>
            </a:extLst>
          </p:cNvPr>
          <p:cNvGrpSpPr/>
          <p:nvPr/>
        </p:nvGrpSpPr>
        <p:grpSpPr>
          <a:xfrm>
            <a:off x="1882707" y="3174600"/>
            <a:ext cx="14953506" cy="4420099"/>
            <a:chOff x="0" y="0"/>
            <a:chExt cx="3938372" cy="1164141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C159B265-E119-5738-5F84-B82D4579A16B}"/>
                </a:ext>
              </a:extLst>
            </p:cNvPr>
            <p:cNvSpPr/>
            <p:nvPr/>
          </p:nvSpPr>
          <p:spPr>
            <a:xfrm>
              <a:off x="0" y="0"/>
              <a:ext cx="3938372" cy="1164141"/>
            </a:xfrm>
            <a:custGeom>
              <a:avLst/>
              <a:gdLst/>
              <a:ahLst/>
              <a:cxnLst/>
              <a:rect l="l" t="t" r="r" b="b"/>
              <a:pathLst>
                <a:path w="3938372" h="1164141">
                  <a:moveTo>
                    <a:pt x="26404" y="0"/>
                  </a:moveTo>
                  <a:lnTo>
                    <a:pt x="3911968" y="0"/>
                  </a:lnTo>
                  <a:cubicBezTo>
                    <a:pt x="3918970" y="0"/>
                    <a:pt x="3925687" y="2782"/>
                    <a:pt x="3930638" y="7734"/>
                  </a:cubicBezTo>
                  <a:cubicBezTo>
                    <a:pt x="3935590" y="12685"/>
                    <a:pt x="3938372" y="19401"/>
                    <a:pt x="3938372" y="26404"/>
                  </a:cubicBezTo>
                  <a:lnTo>
                    <a:pt x="3938372" y="1137737"/>
                  </a:lnTo>
                  <a:cubicBezTo>
                    <a:pt x="3938372" y="1152320"/>
                    <a:pt x="3926550" y="1164141"/>
                    <a:pt x="3911968" y="1164141"/>
                  </a:cubicBezTo>
                  <a:lnTo>
                    <a:pt x="26404" y="1164141"/>
                  </a:lnTo>
                  <a:cubicBezTo>
                    <a:pt x="19401" y="1164141"/>
                    <a:pt x="12685" y="1161359"/>
                    <a:pt x="7734" y="1156408"/>
                  </a:cubicBezTo>
                  <a:cubicBezTo>
                    <a:pt x="2782" y="1151456"/>
                    <a:pt x="0" y="1144740"/>
                    <a:pt x="0" y="1137737"/>
                  </a:cubicBezTo>
                  <a:lnTo>
                    <a:pt x="0" y="26404"/>
                  </a:lnTo>
                  <a:cubicBezTo>
                    <a:pt x="0" y="19401"/>
                    <a:pt x="2782" y="12685"/>
                    <a:pt x="7734" y="7734"/>
                  </a:cubicBezTo>
                  <a:cubicBezTo>
                    <a:pt x="12685" y="2782"/>
                    <a:pt x="19401" y="0"/>
                    <a:pt x="26404" y="0"/>
                  </a:cubicBezTo>
                  <a:close/>
                </a:path>
              </a:pathLst>
            </a:custGeom>
            <a:solidFill>
              <a:srgbClr val="EFDABB"/>
            </a:solidFill>
          </p:spPr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321DC08D-8843-0433-D195-8AD61773C468}"/>
                </a:ext>
              </a:extLst>
            </p:cNvPr>
            <p:cNvSpPr txBox="1"/>
            <p:nvPr/>
          </p:nvSpPr>
          <p:spPr>
            <a:xfrm>
              <a:off x="0" y="-38100"/>
              <a:ext cx="3938372" cy="120224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1" name="Freeform 21">
            <a:extLst>
              <a:ext uri="{FF2B5EF4-FFF2-40B4-BE49-F238E27FC236}">
                <a16:creationId xmlns:a16="http://schemas.microsoft.com/office/drawing/2014/main" id="{F8D7AE8E-5982-9C25-E5FB-D1BD7DD35B41}"/>
              </a:ext>
            </a:extLst>
          </p:cNvPr>
          <p:cNvSpPr/>
          <p:nvPr/>
        </p:nvSpPr>
        <p:spPr>
          <a:xfrm>
            <a:off x="-161570" y="-1122401"/>
            <a:ext cx="4653715" cy="3188031"/>
          </a:xfrm>
          <a:custGeom>
            <a:avLst/>
            <a:gdLst/>
            <a:ahLst/>
            <a:cxnLst/>
            <a:rect l="l" t="t" r="r" b="b"/>
            <a:pathLst>
              <a:path w="4653715" h="3188031">
                <a:moveTo>
                  <a:pt x="0" y="0"/>
                </a:moveTo>
                <a:lnTo>
                  <a:pt x="4653715" y="0"/>
                </a:lnTo>
                <a:lnTo>
                  <a:pt x="4653715" y="3188031"/>
                </a:lnTo>
                <a:lnTo>
                  <a:pt x="0" y="318803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7FA6FBC7-3A24-DE7C-5810-A051EAA09249}"/>
              </a:ext>
            </a:extLst>
          </p:cNvPr>
          <p:cNvSpPr txBox="1"/>
          <p:nvPr/>
        </p:nvSpPr>
        <p:spPr>
          <a:xfrm>
            <a:off x="4031255" y="4088219"/>
            <a:ext cx="9486140" cy="12409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009"/>
              </a:lnSpc>
            </a:pPr>
            <a:r>
              <a:rPr lang="en-US" sz="9900">
                <a:solidFill>
                  <a:srgbClr val="663312"/>
                </a:solidFill>
                <a:latin typeface="Modak"/>
                <a:ea typeface="Modak"/>
                <a:cs typeface="Modak"/>
                <a:sym typeface="Modak"/>
              </a:rPr>
              <a:t>Round 2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CF81826-96CF-85D8-1A88-8D7C55DC7EFA}"/>
              </a:ext>
            </a:extLst>
          </p:cNvPr>
          <p:cNvSpPr/>
          <p:nvPr/>
        </p:nvSpPr>
        <p:spPr>
          <a:xfrm>
            <a:off x="5457201" y="5608200"/>
            <a:ext cx="6936707" cy="120032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7200" b="0" cap="none" spc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“Listen and write”</a:t>
            </a:r>
          </a:p>
        </p:txBody>
      </p:sp>
      <p:sp>
        <p:nvSpPr>
          <p:cNvPr id="6" name="AutoShape 2" descr="Dry Erase Board, 11 X 14 Inch with a Black Dry Erase Marker, Small White  Board, White Board for Kids, White Board for Students, Small Dry Erase Board  - China White Board,">
            <a:extLst>
              <a:ext uri="{FF2B5EF4-FFF2-40B4-BE49-F238E27FC236}">
                <a16:creationId xmlns:a16="http://schemas.microsoft.com/office/drawing/2014/main" id="{3BE6A30F-F78E-3FFA-7BEE-8C25D38FD08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991600" y="49911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ar-EG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C7DA418-EE39-C594-FBD1-78D015BA1A1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9587" y="6208364"/>
            <a:ext cx="3749301" cy="27813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D64FEF4D-F10D-36F4-910D-BF6D379CCB8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522642" y="2240368"/>
            <a:ext cx="4918368" cy="4564759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4" name="Picture 3" descr="A logo with blue and orange text&#10;&#10;Description automatically generated">
            <a:extLst>
              <a:ext uri="{FF2B5EF4-FFF2-40B4-BE49-F238E27FC236}">
                <a16:creationId xmlns:a16="http://schemas.microsoft.com/office/drawing/2014/main" id="{B81A8B87-0B64-07EE-AEB9-3D62E939E77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85057" y="-147637"/>
            <a:ext cx="2209800" cy="2352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80417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0F421D-279E-BF5F-070B-060B265065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Freeform 2">
            <a:extLst>
              <a:ext uri="{FF2B5EF4-FFF2-40B4-BE49-F238E27FC236}">
                <a16:creationId xmlns:a16="http://schemas.microsoft.com/office/drawing/2014/main" id="{094CA25E-3B6A-584A-3C8F-1C03319E2A0A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38888" b="-38888"/>
            </a:stretch>
          </a:blipFill>
        </p:spPr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EE1B783F-E39D-2C1D-7632-FC63D9BCE3AE}"/>
              </a:ext>
            </a:extLst>
          </p:cNvPr>
          <p:cNvSpPr/>
          <p:nvPr/>
        </p:nvSpPr>
        <p:spPr>
          <a:xfrm>
            <a:off x="14900880" y="8379275"/>
            <a:ext cx="4195285" cy="2184822"/>
          </a:xfrm>
          <a:custGeom>
            <a:avLst/>
            <a:gdLst/>
            <a:ahLst/>
            <a:cxnLst/>
            <a:rect l="l" t="t" r="r" b="b"/>
            <a:pathLst>
              <a:path w="4195285" h="2184822">
                <a:moveTo>
                  <a:pt x="0" y="0"/>
                </a:moveTo>
                <a:lnTo>
                  <a:pt x="4195285" y="0"/>
                </a:lnTo>
                <a:lnTo>
                  <a:pt x="4195285" y="2184822"/>
                </a:lnTo>
                <a:lnTo>
                  <a:pt x="0" y="218482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A82D7FC4-5492-0148-BBF4-D97970234DF6}"/>
              </a:ext>
            </a:extLst>
          </p:cNvPr>
          <p:cNvSpPr/>
          <p:nvPr/>
        </p:nvSpPr>
        <p:spPr>
          <a:xfrm>
            <a:off x="10705595" y="8379275"/>
            <a:ext cx="4195285" cy="2184822"/>
          </a:xfrm>
          <a:custGeom>
            <a:avLst/>
            <a:gdLst/>
            <a:ahLst/>
            <a:cxnLst/>
            <a:rect l="l" t="t" r="r" b="b"/>
            <a:pathLst>
              <a:path w="4195285" h="2184822">
                <a:moveTo>
                  <a:pt x="0" y="0"/>
                </a:moveTo>
                <a:lnTo>
                  <a:pt x="4195285" y="0"/>
                </a:lnTo>
                <a:lnTo>
                  <a:pt x="4195285" y="2184822"/>
                </a:lnTo>
                <a:lnTo>
                  <a:pt x="0" y="218482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05EC8211-6720-5E55-411E-B878FF43A6EA}"/>
              </a:ext>
            </a:extLst>
          </p:cNvPr>
          <p:cNvSpPr/>
          <p:nvPr/>
        </p:nvSpPr>
        <p:spPr>
          <a:xfrm>
            <a:off x="6510310" y="8379275"/>
            <a:ext cx="4195285" cy="2184822"/>
          </a:xfrm>
          <a:custGeom>
            <a:avLst/>
            <a:gdLst/>
            <a:ahLst/>
            <a:cxnLst/>
            <a:rect l="l" t="t" r="r" b="b"/>
            <a:pathLst>
              <a:path w="4195285" h="2184822">
                <a:moveTo>
                  <a:pt x="0" y="0"/>
                </a:moveTo>
                <a:lnTo>
                  <a:pt x="4195285" y="0"/>
                </a:lnTo>
                <a:lnTo>
                  <a:pt x="4195285" y="2184822"/>
                </a:lnTo>
                <a:lnTo>
                  <a:pt x="0" y="218482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1F5F3555-C98A-AB20-B5D5-72DADAB5D90E}"/>
              </a:ext>
            </a:extLst>
          </p:cNvPr>
          <p:cNvSpPr/>
          <p:nvPr/>
        </p:nvSpPr>
        <p:spPr>
          <a:xfrm>
            <a:off x="2315025" y="8379275"/>
            <a:ext cx="4195285" cy="2184822"/>
          </a:xfrm>
          <a:custGeom>
            <a:avLst/>
            <a:gdLst/>
            <a:ahLst/>
            <a:cxnLst/>
            <a:rect l="l" t="t" r="r" b="b"/>
            <a:pathLst>
              <a:path w="4195285" h="2184822">
                <a:moveTo>
                  <a:pt x="0" y="0"/>
                </a:moveTo>
                <a:lnTo>
                  <a:pt x="4195285" y="0"/>
                </a:lnTo>
                <a:lnTo>
                  <a:pt x="4195285" y="2184822"/>
                </a:lnTo>
                <a:lnTo>
                  <a:pt x="0" y="218482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6C389EE5-0ABC-F221-5180-2AAE23D9CD5C}"/>
              </a:ext>
            </a:extLst>
          </p:cNvPr>
          <p:cNvSpPr/>
          <p:nvPr/>
        </p:nvSpPr>
        <p:spPr>
          <a:xfrm>
            <a:off x="-1880260" y="8662669"/>
            <a:ext cx="4195285" cy="2184822"/>
          </a:xfrm>
          <a:custGeom>
            <a:avLst/>
            <a:gdLst/>
            <a:ahLst/>
            <a:cxnLst/>
            <a:rect l="l" t="t" r="r" b="b"/>
            <a:pathLst>
              <a:path w="4195285" h="2184822">
                <a:moveTo>
                  <a:pt x="0" y="0"/>
                </a:moveTo>
                <a:lnTo>
                  <a:pt x="4195285" y="0"/>
                </a:lnTo>
                <a:lnTo>
                  <a:pt x="4195285" y="2184822"/>
                </a:lnTo>
                <a:lnTo>
                  <a:pt x="0" y="218482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EB2CE216-9582-B957-DB8A-9E584FD44799}"/>
              </a:ext>
            </a:extLst>
          </p:cNvPr>
          <p:cNvSpPr/>
          <p:nvPr/>
        </p:nvSpPr>
        <p:spPr>
          <a:xfrm>
            <a:off x="12625445" y="-279064"/>
            <a:ext cx="2571635" cy="1983442"/>
          </a:xfrm>
          <a:custGeom>
            <a:avLst/>
            <a:gdLst/>
            <a:ahLst/>
            <a:cxnLst/>
            <a:rect l="l" t="t" r="r" b="b"/>
            <a:pathLst>
              <a:path w="2571635" h="1983442">
                <a:moveTo>
                  <a:pt x="0" y="0"/>
                </a:moveTo>
                <a:lnTo>
                  <a:pt x="2571635" y="0"/>
                </a:lnTo>
                <a:lnTo>
                  <a:pt x="2571635" y="1983442"/>
                </a:lnTo>
                <a:lnTo>
                  <a:pt x="0" y="198344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F38EE86E-DFF5-ECD0-86D0-BF16E805B839}"/>
              </a:ext>
            </a:extLst>
          </p:cNvPr>
          <p:cNvSpPr/>
          <p:nvPr/>
        </p:nvSpPr>
        <p:spPr>
          <a:xfrm>
            <a:off x="-265841" y="-279064"/>
            <a:ext cx="2571635" cy="1983442"/>
          </a:xfrm>
          <a:custGeom>
            <a:avLst/>
            <a:gdLst/>
            <a:ahLst/>
            <a:cxnLst/>
            <a:rect l="l" t="t" r="r" b="b"/>
            <a:pathLst>
              <a:path w="2571635" h="1983442">
                <a:moveTo>
                  <a:pt x="0" y="0"/>
                </a:moveTo>
                <a:lnTo>
                  <a:pt x="2571635" y="0"/>
                </a:lnTo>
                <a:lnTo>
                  <a:pt x="2571635" y="1983442"/>
                </a:lnTo>
                <a:lnTo>
                  <a:pt x="0" y="198344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E84F495A-95F4-CCA0-E4CE-DDC80EA96010}"/>
              </a:ext>
            </a:extLst>
          </p:cNvPr>
          <p:cNvSpPr/>
          <p:nvPr/>
        </p:nvSpPr>
        <p:spPr>
          <a:xfrm>
            <a:off x="1882707" y="-279064"/>
            <a:ext cx="2571635" cy="1983442"/>
          </a:xfrm>
          <a:custGeom>
            <a:avLst/>
            <a:gdLst/>
            <a:ahLst/>
            <a:cxnLst/>
            <a:rect l="l" t="t" r="r" b="b"/>
            <a:pathLst>
              <a:path w="2571635" h="1983442">
                <a:moveTo>
                  <a:pt x="0" y="0"/>
                </a:moveTo>
                <a:lnTo>
                  <a:pt x="2571635" y="0"/>
                </a:lnTo>
                <a:lnTo>
                  <a:pt x="2571635" y="1983442"/>
                </a:lnTo>
                <a:lnTo>
                  <a:pt x="0" y="198344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033BBAA5-FE14-0200-8CB1-86507AE39E59}"/>
              </a:ext>
            </a:extLst>
          </p:cNvPr>
          <p:cNvSpPr/>
          <p:nvPr/>
        </p:nvSpPr>
        <p:spPr>
          <a:xfrm>
            <a:off x="4031255" y="-279064"/>
            <a:ext cx="2571635" cy="1983442"/>
          </a:xfrm>
          <a:custGeom>
            <a:avLst/>
            <a:gdLst/>
            <a:ahLst/>
            <a:cxnLst/>
            <a:rect l="l" t="t" r="r" b="b"/>
            <a:pathLst>
              <a:path w="2571635" h="1983442">
                <a:moveTo>
                  <a:pt x="0" y="0"/>
                </a:moveTo>
                <a:lnTo>
                  <a:pt x="2571634" y="0"/>
                </a:lnTo>
                <a:lnTo>
                  <a:pt x="2571634" y="1983442"/>
                </a:lnTo>
                <a:lnTo>
                  <a:pt x="0" y="198344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A51B5FB6-C2F2-E46F-F071-FAF1837946C4}"/>
              </a:ext>
            </a:extLst>
          </p:cNvPr>
          <p:cNvSpPr/>
          <p:nvPr/>
        </p:nvSpPr>
        <p:spPr>
          <a:xfrm>
            <a:off x="6179802" y="-279064"/>
            <a:ext cx="2571635" cy="1983442"/>
          </a:xfrm>
          <a:custGeom>
            <a:avLst/>
            <a:gdLst/>
            <a:ahLst/>
            <a:cxnLst/>
            <a:rect l="l" t="t" r="r" b="b"/>
            <a:pathLst>
              <a:path w="2571635" h="1983442">
                <a:moveTo>
                  <a:pt x="0" y="0"/>
                </a:moveTo>
                <a:lnTo>
                  <a:pt x="2571635" y="0"/>
                </a:lnTo>
                <a:lnTo>
                  <a:pt x="2571635" y="1983442"/>
                </a:lnTo>
                <a:lnTo>
                  <a:pt x="0" y="198344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>
            <a:extLst>
              <a:ext uri="{FF2B5EF4-FFF2-40B4-BE49-F238E27FC236}">
                <a16:creationId xmlns:a16="http://schemas.microsoft.com/office/drawing/2014/main" id="{A90B1A17-43B1-006A-AA53-032292C074AC}"/>
              </a:ext>
            </a:extLst>
          </p:cNvPr>
          <p:cNvSpPr/>
          <p:nvPr/>
        </p:nvSpPr>
        <p:spPr>
          <a:xfrm>
            <a:off x="8328350" y="-279064"/>
            <a:ext cx="2571635" cy="1983442"/>
          </a:xfrm>
          <a:custGeom>
            <a:avLst/>
            <a:gdLst/>
            <a:ahLst/>
            <a:cxnLst/>
            <a:rect l="l" t="t" r="r" b="b"/>
            <a:pathLst>
              <a:path w="2571635" h="1983442">
                <a:moveTo>
                  <a:pt x="0" y="0"/>
                </a:moveTo>
                <a:lnTo>
                  <a:pt x="2571635" y="0"/>
                </a:lnTo>
                <a:lnTo>
                  <a:pt x="2571635" y="1983442"/>
                </a:lnTo>
                <a:lnTo>
                  <a:pt x="0" y="198344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>
            <a:extLst>
              <a:ext uri="{FF2B5EF4-FFF2-40B4-BE49-F238E27FC236}">
                <a16:creationId xmlns:a16="http://schemas.microsoft.com/office/drawing/2014/main" id="{16CB5BD6-02AB-CF32-0678-C774B13298E1}"/>
              </a:ext>
            </a:extLst>
          </p:cNvPr>
          <p:cNvSpPr/>
          <p:nvPr/>
        </p:nvSpPr>
        <p:spPr>
          <a:xfrm>
            <a:off x="10476898" y="-279064"/>
            <a:ext cx="2571635" cy="1983442"/>
          </a:xfrm>
          <a:custGeom>
            <a:avLst/>
            <a:gdLst/>
            <a:ahLst/>
            <a:cxnLst/>
            <a:rect l="l" t="t" r="r" b="b"/>
            <a:pathLst>
              <a:path w="2571635" h="1983442">
                <a:moveTo>
                  <a:pt x="0" y="0"/>
                </a:moveTo>
                <a:lnTo>
                  <a:pt x="2571635" y="0"/>
                </a:lnTo>
                <a:lnTo>
                  <a:pt x="2571635" y="1983442"/>
                </a:lnTo>
                <a:lnTo>
                  <a:pt x="0" y="198344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>
            <a:extLst>
              <a:ext uri="{FF2B5EF4-FFF2-40B4-BE49-F238E27FC236}">
                <a16:creationId xmlns:a16="http://schemas.microsoft.com/office/drawing/2014/main" id="{6AF5EE10-B0E2-8F8F-1FC3-B11DD538DE89}"/>
              </a:ext>
            </a:extLst>
          </p:cNvPr>
          <p:cNvSpPr/>
          <p:nvPr/>
        </p:nvSpPr>
        <p:spPr>
          <a:xfrm>
            <a:off x="14772558" y="-279064"/>
            <a:ext cx="2571635" cy="1983442"/>
          </a:xfrm>
          <a:custGeom>
            <a:avLst/>
            <a:gdLst/>
            <a:ahLst/>
            <a:cxnLst/>
            <a:rect l="l" t="t" r="r" b="b"/>
            <a:pathLst>
              <a:path w="2571635" h="1983442">
                <a:moveTo>
                  <a:pt x="0" y="0"/>
                </a:moveTo>
                <a:lnTo>
                  <a:pt x="2571634" y="0"/>
                </a:lnTo>
                <a:lnTo>
                  <a:pt x="2571634" y="1983442"/>
                </a:lnTo>
                <a:lnTo>
                  <a:pt x="0" y="198344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>
            <a:extLst>
              <a:ext uri="{FF2B5EF4-FFF2-40B4-BE49-F238E27FC236}">
                <a16:creationId xmlns:a16="http://schemas.microsoft.com/office/drawing/2014/main" id="{441B9BA5-B2C4-FE60-AA39-190064509EF2}"/>
              </a:ext>
            </a:extLst>
          </p:cNvPr>
          <p:cNvSpPr/>
          <p:nvPr/>
        </p:nvSpPr>
        <p:spPr>
          <a:xfrm>
            <a:off x="16919670" y="-279064"/>
            <a:ext cx="2571635" cy="1983442"/>
          </a:xfrm>
          <a:custGeom>
            <a:avLst/>
            <a:gdLst/>
            <a:ahLst/>
            <a:cxnLst/>
            <a:rect l="l" t="t" r="r" b="b"/>
            <a:pathLst>
              <a:path w="2571635" h="1983442">
                <a:moveTo>
                  <a:pt x="0" y="0"/>
                </a:moveTo>
                <a:lnTo>
                  <a:pt x="2571635" y="0"/>
                </a:lnTo>
                <a:lnTo>
                  <a:pt x="2571635" y="1983442"/>
                </a:lnTo>
                <a:lnTo>
                  <a:pt x="0" y="198344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2DD37E7B-3735-685D-FD6E-9D37B524C726}"/>
              </a:ext>
            </a:extLst>
          </p:cNvPr>
          <p:cNvSpPr txBox="1"/>
          <p:nvPr/>
        </p:nvSpPr>
        <p:spPr>
          <a:xfrm>
            <a:off x="-6928" y="2941454"/>
            <a:ext cx="9486140" cy="12409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009"/>
              </a:lnSpc>
            </a:pPr>
            <a:r>
              <a:rPr lang="en-US" sz="9900">
                <a:solidFill>
                  <a:srgbClr val="663312"/>
                </a:solidFill>
                <a:latin typeface="Modak"/>
                <a:ea typeface="Modak"/>
                <a:cs typeface="Modak"/>
                <a:sym typeface="Modak"/>
              </a:rPr>
              <a:t>AMAZING!</a:t>
            </a:r>
          </a:p>
        </p:txBody>
      </p:sp>
      <p:pic>
        <p:nvPicPr>
          <p:cNvPr id="35" name="Graphic 34">
            <a:extLst>
              <a:ext uri="{FF2B5EF4-FFF2-40B4-BE49-F238E27FC236}">
                <a16:creationId xmlns:a16="http://schemas.microsoft.com/office/drawing/2014/main" id="{ED859216-D447-AFD8-7DDF-9C994E1779B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  <a:ext uri="{837473B0-CC2E-450A-ABE3-18F120FF3D39}">
                <a1611:picAttrSrcUrl xmlns:a1611="http://schemas.microsoft.com/office/drawing/2016/11/main" r:id="rId11"/>
              </a:ext>
            </a:extLst>
          </a:blip>
          <a:stretch>
            <a:fillRect/>
          </a:stretch>
        </p:blipFill>
        <p:spPr>
          <a:xfrm>
            <a:off x="728645" y="1511478"/>
            <a:ext cx="7820228" cy="5896095"/>
          </a:xfrm>
          <a:prstGeom prst="rect">
            <a:avLst/>
          </a:prstGeom>
        </p:spPr>
      </p:pic>
      <p:pic>
        <p:nvPicPr>
          <p:cNvPr id="5124" name="Picture 4" descr="Pin page">
            <a:extLst>
              <a:ext uri="{FF2B5EF4-FFF2-40B4-BE49-F238E27FC236}">
                <a16:creationId xmlns:a16="http://schemas.microsoft.com/office/drawing/2014/main" id="{FE3DCD1F-CB40-6F6C-2455-CDB831CF37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25480" y="1511478"/>
            <a:ext cx="6324600" cy="6324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ElevenLabs_2024-12-11T15_53_24_Gigi_pre_s64_sb75_se0_b_m2">
            <a:hlinkClick r:id="" action="ppaction://media"/>
            <a:extLst>
              <a:ext uri="{FF2B5EF4-FFF2-40B4-BE49-F238E27FC236}">
                <a16:creationId xmlns:a16="http://schemas.microsoft.com/office/drawing/2014/main" id="{A68F31A1-4D94-7E48-192B-F4FD5329D0E3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3"/>
          <a:stretch>
            <a:fillRect/>
          </a:stretch>
        </p:blipFill>
        <p:spPr>
          <a:xfrm>
            <a:off x="8589917" y="1358439"/>
            <a:ext cx="1235075" cy="1235075"/>
          </a:xfrm>
          <a:prstGeom prst="rect">
            <a:avLst/>
          </a:prstGeom>
        </p:spPr>
      </p:pic>
      <p:pic>
        <p:nvPicPr>
          <p:cNvPr id="17" name="Picture 16" descr="A logo with blue and orange text&#10;&#10;Description automatically generated">
            <a:extLst>
              <a:ext uri="{FF2B5EF4-FFF2-40B4-BE49-F238E27FC236}">
                <a16:creationId xmlns:a16="http://schemas.microsoft.com/office/drawing/2014/main" id="{34E9C048-BFBF-6954-9EED-2012BD2EBED5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81000" y="211592"/>
            <a:ext cx="2209800" cy="2352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54224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586" fill="hold"/>
                                        <p:tgtEl>
                                          <p:spTgt spid="2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3"/>
                </p:tgtEl>
              </p:cMediaNode>
            </p:audi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0F421D-279E-BF5F-070B-060B265065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Freeform 2">
            <a:extLst>
              <a:ext uri="{FF2B5EF4-FFF2-40B4-BE49-F238E27FC236}">
                <a16:creationId xmlns:a16="http://schemas.microsoft.com/office/drawing/2014/main" id="{094CA25E-3B6A-584A-3C8F-1C03319E2A0A}"/>
              </a:ext>
            </a:extLst>
          </p:cNvPr>
          <p:cNvSpPr/>
          <p:nvPr/>
        </p:nvSpPr>
        <p:spPr>
          <a:xfrm>
            <a:off x="0" y="-81643"/>
            <a:ext cx="18500271" cy="3559629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EE1B783F-E39D-2C1D-7632-FC63D9BCE3AE}"/>
              </a:ext>
            </a:extLst>
          </p:cNvPr>
          <p:cNvSpPr/>
          <p:nvPr/>
        </p:nvSpPr>
        <p:spPr>
          <a:xfrm>
            <a:off x="14900880" y="8379275"/>
            <a:ext cx="4195285" cy="2184822"/>
          </a:xfrm>
          <a:custGeom>
            <a:avLst/>
            <a:gdLst/>
            <a:ahLst/>
            <a:cxnLst/>
            <a:rect l="l" t="t" r="r" b="b"/>
            <a:pathLst>
              <a:path w="4195285" h="2184822">
                <a:moveTo>
                  <a:pt x="0" y="0"/>
                </a:moveTo>
                <a:lnTo>
                  <a:pt x="4195285" y="0"/>
                </a:lnTo>
                <a:lnTo>
                  <a:pt x="4195285" y="2184822"/>
                </a:lnTo>
                <a:lnTo>
                  <a:pt x="0" y="218482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A82D7FC4-5492-0148-BBF4-D97970234DF6}"/>
              </a:ext>
            </a:extLst>
          </p:cNvPr>
          <p:cNvSpPr/>
          <p:nvPr/>
        </p:nvSpPr>
        <p:spPr>
          <a:xfrm>
            <a:off x="10705595" y="8379275"/>
            <a:ext cx="4195285" cy="2184822"/>
          </a:xfrm>
          <a:custGeom>
            <a:avLst/>
            <a:gdLst/>
            <a:ahLst/>
            <a:cxnLst/>
            <a:rect l="l" t="t" r="r" b="b"/>
            <a:pathLst>
              <a:path w="4195285" h="2184822">
                <a:moveTo>
                  <a:pt x="0" y="0"/>
                </a:moveTo>
                <a:lnTo>
                  <a:pt x="4195285" y="0"/>
                </a:lnTo>
                <a:lnTo>
                  <a:pt x="4195285" y="2184822"/>
                </a:lnTo>
                <a:lnTo>
                  <a:pt x="0" y="218482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05EC8211-6720-5E55-411E-B878FF43A6EA}"/>
              </a:ext>
            </a:extLst>
          </p:cNvPr>
          <p:cNvSpPr/>
          <p:nvPr/>
        </p:nvSpPr>
        <p:spPr>
          <a:xfrm>
            <a:off x="6510310" y="8379275"/>
            <a:ext cx="4195285" cy="2184822"/>
          </a:xfrm>
          <a:custGeom>
            <a:avLst/>
            <a:gdLst/>
            <a:ahLst/>
            <a:cxnLst/>
            <a:rect l="l" t="t" r="r" b="b"/>
            <a:pathLst>
              <a:path w="4195285" h="2184822">
                <a:moveTo>
                  <a:pt x="0" y="0"/>
                </a:moveTo>
                <a:lnTo>
                  <a:pt x="4195285" y="0"/>
                </a:lnTo>
                <a:lnTo>
                  <a:pt x="4195285" y="2184822"/>
                </a:lnTo>
                <a:lnTo>
                  <a:pt x="0" y="218482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1F5F3555-C98A-AB20-B5D5-72DADAB5D90E}"/>
              </a:ext>
            </a:extLst>
          </p:cNvPr>
          <p:cNvSpPr/>
          <p:nvPr/>
        </p:nvSpPr>
        <p:spPr>
          <a:xfrm>
            <a:off x="2315025" y="8379275"/>
            <a:ext cx="4195285" cy="2184822"/>
          </a:xfrm>
          <a:custGeom>
            <a:avLst/>
            <a:gdLst/>
            <a:ahLst/>
            <a:cxnLst/>
            <a:rect l="l" t="t" r="r" b="b"/>
            <a:pathLst>
              <a:path w="4195285" h="2184822">
                <a:moveTo>
                  <a:pt x="0" y="0"/>
                </a:moveTo>
                <a:lnTo>
                  <a:pt x="4195285" y="0"/>
                </a:lnTo>
                <a:lnTo>
                  <a:pt x="4195285" y="2184822"/>
                </a:lnTo>
                <a:lnTo>
                  <a:pt x="0" y="218482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6C389EE5-0ABC-F221-5180-2AAE23D9CD5C}"/>
              </a:ext>
            </a:extLst>
          </p:cNvPr>
          <p:cNvSpPr/>
          <p:nvPr/>
        </p:nvSpPr>
        <p:spPr>
          <a:xfrm>
            <a:off x="-1880260" y="8662669"/>
            <a:ext cx="4195285" cy="2184822"/>
          </a:xfrm>
          <a:custGeom>
            <a:avLst/>
            <a:gdLst/>
            <a:ahLst/>
            <a:cxnLst/>
            <a:rect l="l" t="t" r="r" b="b"/>
            <a:pathLst>
              <a:path w="4195285" h="2184822">
                <a:moveTo>
                  <a:pt x="0" y="0"/>
                </a:moveTo>
                <a:lnTo>
                  <a:pt x="4195285" y="0"/>
                </a:lnTo>
                <a:lnTo>
                  <a:pt x="4195285" y="2184822"/>
                </a:lnTo>
                <a:lnTo>
                  <a:pt x="0" y="218482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EB2CE216-9582-B957-DB8A-9E584FD44799}"/>
              </a:ext>
            </a:extLst>
          </p:cNvPr>
          <p:cNvSpPr/>
          <p:nvPr/>
        </p:nvSpPr>
        <p:spPr>
          <a:xfrm>
            <a:off x="12625445" y="-279064"/>
            <a:ext cx="2571635" cy="1983442"/>
          </a:xfrm>
          <a:custGeom>
            <a:avLst/>
            <a:gdLst/>
            <a:ahLst/>
            <a:cxnLst/>
            <a:rect l="l" t="t" r="r" b="b"/>
            <a:pathLst>
              <a:path w="2571635" h="1983442">
                <a:moveTo>
                  <a:pt x="0" y="0"/>
                </a:moveTo>
                <a:lnTo>
                  <a:pt x="2571635" y="0"/>
                </a:lnTo>
                <a:lnTo>
                  <a:pt x="2571635" y="1983442"/>
                </a:lnTo>
                <a:lnTo>
                  <a:pt x="0" y="198344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F38EE86E-DFF5-ECD0-86D0-BF16E805B839}"/>
              </a:ext>
            </a:extLst>
          </p:cNvPr>
          <p:cNvSpPr/>
          <p:nvPr/>
        </p:nvSpPr>
        <p:spPr>
          <a:xfrm>
            <a:off x="-265841" y="-279064"/>
            <a:ext cx="2571635" cy="1983442"/>
          </a:xfrm>
          <a:custGeom>
            <a:avLst/>
            <a:gdLst/>
            <a:ahLst/>
            <a:cxnLst/>
            <a:rect l="l" t="t" r="r" b="b"/>
            <a:pathLst>
              <a:path w="2571635" h="1983442">
                <a:moveTo>
                  <a:pt x="0" y="0"/>
                </a:moveTo>
                <a:lnTo>
                  <a:pt x="2571635" y="0"/>
                </a:lnTo>
                <a:lnTo>
                  <a:pt x="2571635" y="1983442"/>
                </a:lnTo>
                <a:lnTo>
                  <a:pt x="0" y="198344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E84F495A-95F4-CCA0-E4CE-DDC80EA96010}"/>
              </a:ext>
            </a:extLst>
          </p:cNvPr>
          <p:cNvSpPr/>
          <p:nvPr/>
        </p:nvSpPr>
        <p:spPr>
          <a:xfrm>
            <a:off x="1882707" y="-279064"/>
            <a:ext cx="2571635" cy="1983442"/>
          </a:xfrm>
          <a:custGeom>
            <a:avLst/>
            <a:gdLst/>
            <a:ahLst/>
            <a:cxnLst/>
            <a:rect l="l" t="t" r="r" b="b"/>
            <a:pathLst>
              <a:path w="2571635" h="1983442">
                <a:moveTo>
                  <a:pt x="0" y="0"/>
                </a:moveTo>
                <a:lnTo>
                  <a:pt x="2571635" y="0"/>
                </a:lnTo>
                <a:lnTo>
                  <a:pt x="2571635" y="1983442"/>
                </a:lnTo>
                <a:lnTo>
                  <a:pt x="0" y="198344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033BBAA5-FE14-0200-8CB1-86507AE39E59}"/>
              </a:ext>
            </a:extLst>
          </p:cNvPr>
          <p:cNvSpPr/>
          <p:nvPr/>
        </p:nvSpPr>
        <p:spPr>
          <a:xfrm>
            <a:off x="4031255" y="-279064"/>
            <a:ext cx="2571635" cy="1983442"/>
          </a:xfrm>
          <a:custGeom>
            <a:avLst/>
            <a:gdLst/>
            <a:ahLst/>
            <a:cxnLst/>
            <a:rect l="l" t="t" r="r" b="b"/>
            <a:pathLst>
              <a:path w="2571635" h="1983442">
                <a:moveTo>
                  <a:pt x="0" y="0"/>
                </a:moveTo>
                <a:lnTo>
                  <a:pt x="2571634" y="0"/>
                </a:lnTo>
                <a:lnTo>
                  <a:pt x="2571634" y="1983442"/>
                </a:lnTo>
                <a:lnTo>
                  <a:pt x="0" y="198344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A51B5FB6-C2F2-E46F-F071-FAF1837946C4}"/>
              </a:ext>
            </a:extLst>
          </p:cNvPr>
          <p:cNvSpPr/>
          <p:nvPr/>
        </p:nvSpPr>
        <p:spPr>
          <a:xfrm>
            <a:off x="6179802" y="-279064"/>
            <a:ext cx="2571635" cy="1983442"/>
          </a:xfrm>
          <a:custGeom>
            <a:avLst/>
            <a:gdLst/>
            <a:ahLst/>
            <a:cxnLst/>
            <a:rect l="l" t="t" r="r" b="b"/>
            <a:pathLst>
              <a:path w="2571635" h="1983442">
                <a:moveTo>
                  <a:pt x="0" y="0"/>
                </a:moveTo>
                <a:lnTo>
                  <a:pt x="2571635" y="0"/>
                </a:lnTo>
                <a:lnTo>
                  <a:pt x="2571635" y="1983442"/>
                </a:lnTo>
                <a:lnTo>
                  <a:pt x="0" y="198344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>
            <a:extLst>
              <a:ext uri="{FF2B5EF4-FFF2-40B4-BE49-F238E27FC236}">
                <a16:creationId xmlns:a16="http://schemas.microsoft.com/office/drawing/2014/main" id="{A90B1A17-43B1-006A-AA53-032292C074AC}"/>
              </a:ext>
            </a:extLst>
          </p:cNvPr>
          <p:cNvSpPr/>
          <p:nvPr/>
        </p:nvSpPr>
        <p:spPr>
          <a:xfrm>
            <a:off x="8328350" y="-279064"/>
            <a:ext cx="2571635" cy="1983442"/>
          </a:xfrm>
          <a:custGeom>
            <a:avLst/>
            <a:gdLst/>
            <a:ahLst/>
            <a:cxnLst/>
            <a:rect l="l" t="t" r="r" b="b"/>
            <a:pathLst>
              <a:path w="2571635" h="1983442">
                <a:moveTo>
                  <a:pt x="0" y="0"/>
                </a:moveTo>
                <a:lnTo>
                  <a:pt x="2571635" y="0"/>
                </a:lnTo>
                <a:lnTo>
                  <a:pt x="2571635" y="1983442"/>
                </a:lnTo>
                <a:lnTo>
                  <a:pt x="0" y="198344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>
            <a:extLst>
              <a:ext uri="{FF2B5EF4-FFF2-40B4-BE49-F238E27FC236}">
                <a16:creationId xmlns:a16="http://schemas.microsoft.com/office/drawing/2014/main" id="{16CB5BD6-02AB-CF32-0678-C774B13298E1}"/>
              </a:ext>
            </a:extLst>
          </p:cNvPr>
          <p:cNvSpPr/>
          <p:nvPr/>
        </p:nvSpPr>
        <p:spPr>
          <a:xfrm>
            <a:off x="10476898" y="-279064"/>
            <a:ext cx="2571635" cy="1983442"/>
          </a:xfrm>
          <a:custGeom>
            <a:avLst/>
            <a:gdLst/>
            <a:ahLst/>
            <a:cxnLst/>
            <a:rect l="l" t="t" r="r" b="b"/>
            <a:pathLst>
              <a:path w="2571635" h="1983442">
                <a:moveTo>
                  <a:pt x="0" y="0"/>
                </a:moveTo>
                <a:lnTo>
                  <a:pt x="2571635" y="0"/>
                </a:lnTo>
                <a:lnTo>
                  <a:pt x="2571635" y="1983442"/>
                </a:lnTo>
                <a:lnTo>
                  <a:pt x="0" y="198344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>
            <a:extLst>
              <a:ext uri="{FF2B5EF4-FFF2-40B4-BE49-F238E27FC236}">
                <a16:creationId xmlns:a16="http://schemas.microsoft.com/office/drawing/2014/main" id="{6AF5EE10-B0E2-8F8F-1FC3-B11DD538DE89}"/>
              </a:ext>
            </a:extLst>
          </p:cNvPr>
          <p:cNvSpPr/>
          <p:nvPr/>
        </p:nvSpPr>
        <p:spPr>
          <a:xfrm>
            <a:off x="14772558" y="-279064"/>
            <a:ext cx="2571635" cy="1983442"/>
          </a:xfrm>
          <a:custGeom>
            <a:avLst/>
            <a:gdLst/>
            <a:ahLst/>
            <a:cxnLst/>
            <a:rect l="l" t="t" r="r" b="b"/>
            <a:pathLst>
              <a:path w="2571635" h="1983442">
                <a:moveTo>
                  <a:pt x="0" y="0"/>
                </a:moveTo>
                <a:lnTo>
                  <a:pt x="2571634" y="0"/>
                </a:lnTo>
                <a:lnTo>
                  <a:pt x="2571634" y="1983442"/>
                </a:lnTo>
                <a:lnTo>
                  <a:pt x="0" y="198344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>
            <a:extLst>
              <a:ext uri="{FF2B5EF4-FFF2-40B4-BE49-F238E27FC236}">
                <a16:creationId xmlns:a16="http://schemas.microsoft.com/office/drawing/2014/main" id="{441B9BA5-B2C4-FE60-AA39-190064509EF2}"/>
              </a:ext>
            </a:extLst>
          </p:cNvPr>
          <p:cNvSpPr/>
          <p:nvPr/>
        </p:nvSpPr>
        <p:spPr>
          <a:xfrm>
            <a:off x="16919670" y="-279064"/>
            <a:ext cx="2571635" cy="1983442"/>
          </a:xfrm>
          <a:custGeom>
            <a:avLst/>
            <a:gdLst/>
            <a:ahLst/>
            <a:cxnLst/>
            <a:rect l="l" t="t" r="r" b="b"/>
            <a:pathLst>
              <a:path w="2571635" h="1983442">
                <a:moveTo>
                  <a:pt x="0" y="0"/>
                </a:moveTo>
                <a:lnTo>
                  <a:pt x="2571635" y="0"/>
                </a:lnTo>
                <a:lnTo>
                  <a:pt x="2571635" y="1983442"/>
                </a:lnTo>
                <a:lnTo>
                  <a:pt x="0" y="198344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2DD37E7B-3735-685D-FD6E-9D37B524C726}"/>
              </a:ext>
            </a:extLst>
          </p:cNvPr>
          <p:cNvSpPr txBox="1"/>
          <p:nvPr/>
        </p:nvSpPr>
        <p:spPr>
          <a:xfrm>
            <a:off x="-872342" y="2565896"/>
            <a:ext cx="9486140" cy="24006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009"/>
              </a:lnSpc>
            </a:pPr>
            <a:r>
              <a:rPr lang="en-US" sz="9900">
                <a:solidFill>
                  <a:srgbClr val="663312"/>
                </a:solidFill>
                <a:latin typeface="Modak"/>
                <a:cs typeface="Modak"/>
                <a:sym typeface="Modak"/>
              </a:rPr>
              <a:t>Break </a:t>
            </a:r>
            <a:br>
              <a:rPr lang="en-US" sz="9900">
                <a:solidFill>
                  <a:srgbClr val="663312"/>
                </a:solidFill>
                <a:latin typeface="Modak"/>
                <a:cs typeface="Modak"/>
                <a:sym typeface="Modak"/>
              </a:rPr>
            </a:br>
            <a:r>
              <a:rPr lang="en-US" sz="9900">
                <a:solidFill>
                  <a:srgbClr val="663312"/>
                </a:solidFill>
                <a:latin typeface="Modak"/>
                <a:cs typeface="Modak"/>
                <a:sym typeface="Modak"/>
              </a:rPr>
              <a:t>Time</a:t>
            </a:r>
            <a:endParaRPr lang="en-US"/>
          </a:p>
        </p:txBody>
      </p:sp>
      <p:pic>
        <p:nvPicPr>
          <p:cNvPr id="17" name="Picture 16" descr="A logo with blue and orange text&#10;&#10;Description automatically generated">
            <a:extLst>
              <a:ext uri="{FF2B5EF4-FFF2-40B4-BE49-F238E27FC236}">
                <a16:creationId xmlns:a16="http://schemas.microsoft.com/office/drawing/2014/main" id="{34E9C048-BFBF-6954-9EED-2012BD2EBED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1000" y="211592"/>
            <a:ext cx="2209800" cy="2352675"/>
          </a:xfrm>
          <a:prstGeom prst="rect">
            <a:avLst/>
          </a:prstGeom>
        </p:spPr>
      </p:pic>
      <p:pic>
        <p:nvPicPr>
          <p:cNvPr id="2" name="Picture 1" descr="Bee GIFs | GIFDB.com">
            <a:extLst>
              <a:ext uri="{FF2B5EF4-FFF2-40B4-BE49-F238E27FC236}">
                <a16:creationId xmlns:a16="http://schemas.microsoft.com/office/drawing/2014/main" id="{819F01CB-4905-CFF9-D2F3-5424ACDCC1F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883230" y="4626429"/>
            <a:ext cx="3777343" cy="3744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61174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8ABE13-BB69-8DED-1A93-684B253018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51EB35D7-AC06-7F40-A298-783D20D5711A}"/>
              </a:ext>
            </a:extLst>
          </p:cNvPr>
          <p:cNvSpPr/>
          <p:nvPr/>
        </p:nvSpPr>
        <p:spPr>
          <a:xfrm>
            <a:off x="1714" y="-13489"/>
            <a:ext cx="18188314" cy="4709448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8897DCD6-FFAE-EEEF-547F-9CC1532520DE}"/>
              </a:ext>
            </a:extLst>
          </p:cNvPr>
          <p:cNvSpPr/>
          <p:nvPr/>
        </p:nvSpPr>
        <p:spPr>
          <a:xfrm>
            <a:off x="12625445" y="-279064"/>
            <a:ext cx="2571635" cy="1983442"/>
          </a:xfrm>
          <a:custGeom>
            <a:avLst/>
            <a:gdLst/>
            <a:ahLst/>
            <a:cxnLst/>
            <a:rect l="l" t="t" r="r" b="b"/>
            <a:pathLst>
              <a:path w="2571635" h="1983442">
                <a:moveTo>
                  <a:pt x="0" y="0"/>
                </a:moveTo>
                <a:lnTo>
                  <a:pt x="2571635" y="0"/>
                </a:lnTo>
                <a:lnTo>
                  <a:pt x="2571635" y="1983442"/>
                </a:lnTo>
                <a:lnTo>
                  <a:pt x="0" y="198344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127E3743-C4F2-B5F5-DDE3-7E5893A38BB4}"/>
              </a:ext>
            </a:extLst>
          </p:cNvPr>
          <p:cNvSpPr/>
          <p:nvPr/>
        </p:nvSpPr>
        <p:spPr>
          <a:xfrm>
            <a:off x="-265841" y="-279064"/>
            <a:ext cx="2571635" cy="1983442"/>
          </a:xfrm>
          <a:custGeom>
            <a:avLst/>
            <a:gdLst/>
            <a:ahLst/>
            <a:cxnLst/>
            <a:rect l="l" t="t" r="r" b="b"/>
            <a:pathLst>
              <a:path w="2571635" h="1983442">
                <a:moveTo>
                  <a:pt x="0" y="0"/>
                </a:moveTo>
                <a:lnTo>
                  <a:pt x="2571635" y="0"/>
                </a:lnTo>
                <a:lnTo>
                  <a:pt x="2571635" y="1983442"/>
                </a:lnTo>
                <a:lnTo>
                  <a:pt x="0" y="198344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5DD9B26B-A291-54B7-EA3B-4A42DC4B537D}"/>
              </a:ext>
            </a:extLst>
          </p:cNvPr>
          <p:cNvSpPr/>
          <p:nvPr/>
        </p:nvSpPr>
        <p:spPr>
          <a:xfrm>
            <a:off x="1861814" y="-279064"/>
            <a:ext cx="2571635" cy="1983442"/>
          </a:xfrm>
          <a:custGeom>
            <a:avLst/>
            <a:gdLst/>
            <a:ahLst/>
            <a:cxnLst/>
            <a:rect l="l" t="t" r="r" b="b"/>
            <a:pathLst>
              <a:path w="2571635" h="1983442">
                <a:moveTo>
                  <a:pt x="0" y="0"/>
                </a:moveTo>
                <a:lnTo>
                  <a:pt x="2571635" y="0"/>
                </a:lnTo>
                <a:lnTo>
                  <a:pt x="2571635" y="1983442"/>
                </a:lnTo>
                <a:lnTo>
                  <a:pt x="0" y="198344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0615A095-A289-3B1D-D4FE-DF8507744692}"/>
              </a:ext>
            </a:extLst>
          </p:cNvPr>
          <p:cNvSpPr/>
          <p:nvPr/>
        </p:nvSpPr>
        <p:spPr>
          <a:xfrm>
            <a:off x="4031255" y="-279064"/>
            <a:ext cx="2571635" cy="1983442"/>
          </a:xfrm>
          <a:custGeom>
            <a:avLst/>
            <a:gdLst/>
            <a:ahLst/>
            <a:cxnLst/>
            <a:rect l="l" t="t" r="r" b="b"/>
            <a:pathLst>
              <a:path w="2571635" h="1983442">
                <a:moveTo>
                  <a:pt x="0" y="0"/>
                </a:moveTo>
                <a:lnTo>
                  <a:pt x="2571634" y="0"/>
                </a:lnTo>
                <a:lnTo>
                  <a:pt x="2571634" y="1983442"/>
                </a:lnTo>
                <a:lnTo>
                  <a:pt x="0" y="198344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E7421EC3-67B7-0152-69F6-DF721AD2ACAB}"/>
              </a:ext>
            </a:extLst>
          </p:cNvPr>
          <p:cNvSpPr/>
          <p:nvPr/>
        </p:nvSpPr>
        <p:spPr>
          <a:xfrm>
            <a:off x="6179802" y="-279064"/>
            <a:ext cx="2571635" cy="1983442"/>
          </a:xfrm>
          <a:custGeom>
            <a:avLst/>
            <a:gdLst/>
            <a:ahLst/>
            <a:cxnLst/>
            <a:rect l="l" t="t" r="r" b="b"/>
            <a:pathLst>
              <a:path w="2571635" h="1983442">
                <a:moveTo>
                  <a:pt x="0" y="0"/>
                </a:moveTo>
                <a:lnTo>
                  <a:pt x="2571635" y="0"/>
                </a:lnTo>
                <a:lnTo>
                  <a:pt x="2571635" y="1983442"/>
                </a:lnTo>
                <a:lnTo>
                  <a:pt x="0" y="198344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>
            <a:extLst>
              <a:ext uri="{FF2B5EF4-FFF2-40B4-BE49-F238E27FC236}">
                <a16:creationId xmlns:a16="http://schemas.microsoft.com/office/drawing/2014/main" id="{326D100D-6A47-B216-2908-3D38D6D8FC74}"/>
              </a:ext>
            </a:extLst>
          </p:cNvPr>
          <p:cNvSpPr/>
          <p:nvPr/>
        </p:nvSpPr>
        <p:spPr>
          <a:xfrm>
            <a:off x="8328350" y="-279064"/>
            <a:ext cx="2571635" cy="1983442"/>
          </a:xfrm>
          <a:custGeom>
            <a:avLst/>
            <a:gdLst/>
            <a:ahLst/>
            <a:cxnLst/>
            <a:rect l="l" t="t" r="r" b="b"/>
            <a:pathLst>
              <a:path w="2571635" h="1983442">
                <a:moveTo>
                  <a:pt x="0" y="0"/>
                </a:moveTo>
                <a:lnTo>
                  <a:pt x="2571635" y="0"/>
                </a:lnTo>
                <a:lnTo>
                  <a:pt x="2571635" y="1983442"/>
                </a:lnTo>
                <a:lnTo>
                  <a:pt x="0" y="198344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>
            <a:extLst>
              <a:ext uri="{FF2B5EF4-FFF2-40B4-BE49-F238E27FC236}">
                <a16:creationId xmlns:a16="http://schemas.microsoft.com/office/drawing/2014/main" id="{F047B8A4-22AA-6328-1026-0BABFA6DC02C}"/>
              </a:ext>
            </a:extLst>
          </p:cNvPr>
          <p:cNvSpPr/>
          <p:nvPr/>
        </p:nvSpPr>
        <p:spPr>
          <a:xfrm>
            <a:off x="10476898" y="-279064"/>
            <a:ext cx="2571635" cy="1983442"/>
          </a:xfrm>
          <a:custGeom>
            <a:avLst/>
            <a:gdLst/>
            <a:ahLst/>
            <a:cxnLst/>
            <a:rect l="l" t="t" r="r" b="b"/>
            <a:pathLst>
              <a:path w="2571635" h="1983442">
                <a:moveTo>
                  <a:pt x="0" y="0"/>
                </a:moveTo>
                <a:lnTo>
                  <a:pt x="2571635" y="0"/>
                </a:lnTo>
                <a:lnTo>
                  <a:pt x="2571635" y="1983442"/>
                </a:lnTo>
                <a:lnTo>
                  <a:pt x="0" y="198344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>
            <a:extLst>
              <a:ext uri="{FF2B5EF4-FFF2-40B4-BE49-F238E27FC236}">
                <a16:creationId xmlns:a16="http://schemas.microsoft.com/office/drawing/2014/main" id="{6C1C1D6A-DFF6-35EF-D5F5-82291F555783}"/>
              </a:ext>
            </a:extLst>
          </p:cNvPr>
          <p:cNvSpPr/>
          <p:nvPr/>
        </p:nvSpPr>
        <p:spPr>
          <a:xfrm>
            <a:off x="14772558" y="-279064"/>
            <a:ext cx="2571635" cy="1983442"/>
          </a:xfrm>
          <a:custGeom>
            <a:avLst/>
            <a:gdLst/>
            <a:ahLst/>
            <a:cxnLst/>
            <a:rect l="l" t="t" r="r" b="b"/>
            <a:pathLst>
              <a:path w="2571635" h="1983442">
                <a:moveTo>
                  <a:pt x="0" y="0"/>
                </a:moveTo>
                <a:lnTo>
                  <a:pt x="2571634" y="0"/>
                </a:lnTo>
                <a:lnTo>
                  <a:pt x="2571634" y="1983442"/>
                </a:lnTo>
                <a:lnTo>
                  <a:pt x="0" y="198344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>
            <a:extLst>
              <a:ext uri="{FF2B5EF4-FFF2-40B4-BE49-F238E27FC236}">
                <a16:creationId xmlns:a16="http://schemas.microsoft.com/office/drawing/2014/main" id="{96CC33B0-1294-315A-7AD6-C68D0E9D5DD1}"/>
              </a:ext>
            </a:extLst>
          </p:cNvPr>
          <p:cNvSpPr/>
          <p:nvPr/>
        </p:nvSpPr>
        <p:spPr>
          <a:xfrm>
            <a:off x="16919670" y="-279064"/>
            <a:ext cx="2571635" cy="1983442"/>
          </a:xfrm>
          <a:custGeom>
            <a:avLst/>
            <a:gdLst/>
            <a:ahLst/>
            <a:cxnLst/>
            <a:rect l="l" t="t" r="r" b="b"/>
            <a:pathLst>
              <a:path w="2571635" h="1983442">
                <a:moveTo>
                  <a:pt x="0" y="0"/>
                </a:moveTo>
                <a:lnTo>
                  <a:pt x="2571635" y="0"/>
                </a:lnTo>
                <a:lnTo>
                  <a:pt x="2571635" y="1983442"/>
                </a:lnTo>
                <a:lnTo>
                  <a:pt x="0" y="198344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252F7B85-4E43-4EB6-828D-9D62A5781113}"/>
              </a:ext>
            </a:extLst>
          </p:cNvPr>
          <p:cNvSpPr txBox="1"/>
          <p:nvPr/>
        </p:nvSpPr>
        <p:spPr>
          <a:xfrm>
            <a:off x="4031255" y="4088219"/>
            <a:ext cx="9486140" cy="12409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009"/>
              </a:lnSpc>
            </a:pPr>
            <a:r>
              <a:rPr lang="en-US" sz="9900">
                <a:solidFill>
                  <a:srgbClr val="663312"/>
                </a:solidFill>
                <a:latin typeface="Modak"/>
                <a:ea typeface="Modak"/>
                <a:cs typeface="Modak"/>
                <a:sym typeface="Modak"/>
              </a:rPr>
              <a:t>Round 3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A87BE92-EA8E-0C26-6786-B2CCC145D929}"/>
              </a:ext>
            </a:extLst>
          </p:cNvPr>
          <p:cNvSpPr/>
          <p:nvPr/>
        </p:nvSpPr>
        <p:spPr>
          <a:xfrm>
            <a:off x="6504732" y="5608200"/>
            <a:ext cx="4841646" cy="120032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7200" b="0" cap="none" spc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“Story time”</a:t>
            </a:r>
          </a:p>
        </p:txBody>
      </p:sp>
      <p:sp>
        <p:nvSpPr>
          <p:cNvPr id="6" name="AutoShape 2" descr="Dry Erase Board, 11 X 14 Inch with a Black Dry Erase Marker, Small White  Board, White Board for Kids, White Board for Students, Small Dry Erase Board  - China White Board,">
            <a:extLst>
              <a:ext uri="{FF2B5EF4-FFF2-40B4-BE49-F238E27FC236}">
                <a16:creationId xmlns:a16="http://schemas.microsoft.com/office/drawing/2014/main" id="{9E238534-D395-6B04-F577-22A6AB3817C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991600" y="49911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ar-EG"/>
          </a:p>
        </p:txBody>
      </p:sp>
      <p:pic>
        <p:nvPicPr>
          <p:cNvPr id="6146" name="Picture 2" descr="Toliti GIFs on GIPHY - Be Animated">
            <a:extLst>
              <a:ext uri="{FF2B5EF4-FFF2-40B4-BE49-F238E27FC236}">
                <a16:creationId xmlns:a16="http://schemas.microsoft.com/office/drawing/2014/main" id="{F1580E28-2E6E-3C22-3454-D879C07291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61814" y="4218044"/>
            <a:ext cx="5770806" cy="57708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 descr="A logo with blue and orange text&#10;&#10;Description automatically generated">
            <a:extLst>
              <a:ext uri="{FF2B5EF4-FFF2-40B4-BE49-F238E27FC236}">
                <a16:creationId xmlns:a16="http://schemas.microsoft.com/office/drawing/2014/main" id="{6E068533-EE7C-E5E3-440F-81AC742E8BC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1000" y="211592"/>
            <a:ext cx="2209800" cy="2352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84756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2625445" y="-279064"/>
            <a:ext cx="2571635" cy="1983442"/>
          </a:xfrm>
          <a:custGeom>
            <a:avLst/>
            <a:gdLst/>
            <a:ahLst/>
            <a:cxnLst/>
            <a:rect l="l" t="t" r="r" b="b"/>
            <a:pathLst>
              <a:path w="2571635" h="1983442">
                <a:moveTo>
                  <a:pt x="0" y="0"/>
                </a:moveTo>
                <a:lnTo>
                  <a:pt x="2571635" y="0"/>
                </a:lnTo>
                <a:lnTo>
                  <a:pt x="2571635" y="1983442"/>
                </a:lnTo>
                <a:lnTo>
                  <a:pt x="0" y="198344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-265841" y="-279064"/>
            <a:ext cx="2571635" cy="1983442"/>
          </a:xfrm>
          <a:custGeom>
            <a:avLst/>
            <a:gdLst/>
            <a:ahLst/>
            <a:cxnLst/>
            <a:rect l="l" t="t" r="r" b="b"/>
            <a:pathLst>
              <a:path w="2571635" h="1983442">
                <a:moveTo>
                  <a:pt x="0" y="0"/>
                </a:moveTo>
                <a:lnTo>
                  <a:pt x="2571635" y="0"/>
                </a:lnTo>
                <a:lnTo>
                  <a:pt x="2571635" y="1983442"/>
                </a:lnTo>
                <a:lnTo>
                  <a:pt x="0" y="198344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882707" y="-279064"/>
            <a:ext cx="2571635" cy="1983442"/>
          </a:xfrm>
          <a:custGeom>
            <a:avLst/>
            <a:gdLst/>
            <a:ahLst/>
            <a:cxnLst/>
            <a:rect l="l" t="t" r="r" b="b"/>
            <a:pathLst>
              <a:path w="2571635" h="1983442">
                <a:moveTo>
                  <a:pt x="0" y="0"/>
                </a:moveTo>
                <a:lnTo>
                  <a:pt x="2571635" y="0"/>
                </a:lnTo>
                <a:lnTo>
                  <a:pt x="2571635" y="1983442"/>
                </a:lnTo>
                <a:lnTo>
                  <a:pt x="0" y="198344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4031255" y="-279064"/>
            <a:ext cx="2571635" cy="1983442"/>
          </a:xfrm>
          <a:custGeom>
            <a:avLst/>
            <a:gdLst/>
            <a:ahLst/>
            <a:cxnLst/>
            <a:rect l="l" t="t" r="r" b="b"/>
            <a:pathLst>
              <a:path w="2571635" h="1983442">
                <a:moveTo>
                  <a:pt x="0" y="0"/>
                </a:moveTo>
                <a:lnTo>
                  <a:pt x="2571634" y="0"/>
                </a:lnTo>
                <a:lnTo>
                  <a:pt x="2571634" y="1983442"/>
                </a:lnTo>
                <a:lnTo>
                  <a:pt x="0" y="198344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6179802" y="-279064"/>
            <a:ext cx="2571635" cy="1983442"/>
          </a:xfrm>
          <a:custGeom>
            <a:avLst/>
            <a:gdLst/>
            <a:ahLst/>
            <a:cxnLst/>
            <a:rect l="l" t="t" r="r" b="b"/>
            <a:pathLst>
              <a:path w="2571635" h="1983442">
                <a:moveTo>
                  <a:pt x="0" y="0"/>
                </a:moveTo>
                <a:lnTo>
                  <a:pt x="2571635" y="0"/>
                </a:lnTo>
                <a:lnTo>
                  <a:pt x="2571635" y="1983442"/>
                </a:lnTo>
                <a:lnTo>
                  <a:pt x="0" y="198344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8328350" y="-279064"/>
            <a:ext cx="2571635" cy="1983442"/>
          </a:xfrm>
          <a:custGeom>
            <a:avLst/>
            <a:gdLst/>
            <a:ahLst/>
            <a:cxnLst/>
            <a:rect l="l" t="t" r="r" b="b"/>
            <a:pathLst>
              <a:path w="2571635" h="1983442">
                <a:moveTo>
                  <a:pt x="0" y="0"/>
                </a:moveTo>
                <a:lnTo>
                  <a:pt x="2571635" y="0"/>
                </a:lnTo>
                <a:lnTo>
                  <a:pt x="2571635" y="1983442"/>
                </a:lnTo>
                <a:lnTo>
                  <a:pt x="0" y="198344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10476898" y="-279064"/>
            <a:ext cx="2571635" cy="1983442"/>
          </a:xfrm>
          <a:custGeom>
            <a:avLst/>
            <a:gdLst/>
            <a:ahLst/>
            <a:cxnLst/>
            <a:rect l="l" t="t" r="r" b="b"/>
            <a:pathLst>
              <a:path w="2571635" h="1983442">
                <a:moveTo>
                  <a:pt x="0" y="0"/>
                </a:moveTo>
                <a:lnTo>
                  <a:pt x="2571635" y="0"/>
                </a:lnTo>
                <a:lnTo>
                  <a:pt x="2571635" y="1983442"/>
                </a:lnTo>
                <a:lnTo>
                  <a:pt x="0" y="198344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14772558" y="-279064"/>
            <a:ext cx="2571635" cy="1983442"/>
          </a:xfrm>
          <a:custGeom>
            <a:avLst/>
            <a:gdLst/>
            <a:ahLst/>
            <a:cxnLst/>
            <a:rect l="l" t="t" r="r" b="b"/>
            <a:pathLst>
              <a:path w="2571635" h="1983442">
                <a:moveTo>
                  <a:pt x="0" y="0"/>
                </a:moveTo>
                <a:lnTo>
                  <a:pt x="2571634" y="0"/>
                </a:lnTo>
                <a:lnTo>
                  <a:pt x="2571634" y="1983442"/>
                </a:lnTo>
                <a:lnTo>
                  <a:pt x="0" y="198344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16919670" y="-279064"/>
            <a:ext cx="2571635" cy="1983442"/>
          </a:xfrm>
          <a:custGeom>
            <a:avLst/>
            <a:gdLst/>
            <a:ahLst/>
            <a:cxnLst/>
            <a:rect l="l" t="t" r="r" b="b"/>
            <a:pathLst>
              <a:path w="2571635" h="1983442">
                <a:moveTo>
                  <a:pt x="0" y="0"/>
                </a:moveTo>
                <a:lnTo>
                  <a:pt x="2571635" y="0"/>
                </a:lnTo>
                <a:lnTo>
                  <a:pt x="2571635" y="1983442"/>
                </a:lnTo>
                <a:lnTo>
                  <a:pt x="0" y="198344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26" name="Freeform 26"/>
          <p:cNvSpPr/>
          <p:nvPr/>
        </p:nvSpPr>
        <p:spPr>
          <a:xfrm>
            <a:off x="15114387" y="854752"/>
            <a:ext cx="2307253" cy="2583953"/>
          </a:xfrm>
          <a:custGeom>
            <a:avLst/>
            <a:gdLst/>
            <a:ahLst/>
            <a:cxnLst/>
            <a:rect l="l" t="t" r="r" b="b"/>
            <a:pathLst>
              <a:path w="2307253" h="2583953">
                <a:moveTo>
                  <a:pt x="0" y="0"/>
                </a:moveTo>
                <a:lnTo>
                  <a:pt x="2307253" y="0"/>
                </a:lnTo>
                <a:lnTo>
                  <a:pt x="2307253" y="2583953"/>
                </a:lnTo>
                <a:lnTo>
                  <a:pt x="0" y="258395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E0179FDF-8FFA-20E1-3C3D-0065B9AF614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45756" y="1333500"/>
            <a:ext cx="12045012" cy="8593013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pic>
        <p:nvPicPr>
          <p:cNvPr id="4" name="Picture 3" descr="A logo with blue and orange text&#10;&#10;Description automatically generated">
            <a:extLst>
              <a:ext uri="{FF2B5EF4-FFF2-40B4-BE49-F238E27FC236}">
                <a16:creationId xmlns:a16="http://schemas.microsoft.com/office/drawing/2014/main" id="{D48E2552-C772-0A89-37FD-6D105EDD03A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1000" y="211592"/>
            <a:ext cx="2209800" cy="235267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A64C0F-2B8A-C141-39ED-4CD6957D6B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063D9F19-E812-044B-CE81-A1555E1EEFE7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F51ADE3D-F77F-95F3-F07D-4F9473E53EA0}"/>
              </a:ext>
            </a:extLst>
          </p:cNvPr>
          <p:cNvSpPr/>
          <p:nvPr/>
        </p:nvSpPr>
        <p:spPr>
          <a:xfrm>
            <a:off x="12625445" y="-279064"/>
            <a:ext cx="2571635" cy="1983442"/>
          </a:xfrm>
          <a:custGeom>
            <a:avLst/>
            <a:gdLst/>
            <a:ahLst/>
            <a:cxnLst/>
            <a:rect l="l" t="t" r="r" b="b"/>
            <a:pathLst>
              <a:path w="2571635" h="1983442">
                <a:moveTo>
                  <a:pt x="0" y="0"/>
                </a:moveTo>
                <a:lnTo>
                  <a:pt x="2571635" y="0"/>
                </a:lnTo>
                <a:lnTo>
                  <a:pt x="2571635" y="1983442"/>
                </a:lnTo>
                <a:lnTo>
                  <a:pt x="0" y="198344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C2B0D815-A00B-60DB-294B-FF0A5FD6BD44}"/>
              </a:ext>
            </a:extLst>
          </p:cNvPr>
          <p:cNvSpPr/>
          <p:nvPr/>
        </p:nvSpPr>
        <p:spPr>
          <a:xfrm>
            <a:off x="-265841" y="-279064"/>
            <a:ext cx="2571635" cy="1983442"/>
          </a:xfrm>
          <a:custGeom>
            <a:avLst/>
            <a:gdLst/>
            <a:ahLst/>
            <a:cxnLst/>
            <a:rect l="l" t="t" r="r" b="b"/>
            <a:pathLst>
              <a:path w="2571635" h="1983442">
                <a:moveTo>
                  <a:pt x="0" y="0"/>
                </a:moveTo>
                <a:lnTo>
                  <a:pt x="2571635" y="0"/>
                </a:lnTo>
                <a:lnTo>
                  <a:pt x="2571635" y="1983442"/>
                </a:lnTo>
                <a:lnTo>
                  <a:pt x="0" y="198344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89D8C7D8-BA0C-E059-4053-1AD7D16393DB}"/>
              </a:ext>
            </a:extLst>
          </p:cNvPr>
          <p:cNvSpPr/>
          <p:nvPr/>
        </p:nvSpPr>
        <p:spPr>
          <a:xfrm>
            <a:off x="1882707" y="-279064"/>
            <a:ext cx="2571635" cy="1983442"/>
          </a:xfrm>
          <a:custGeom>
            <a:avLst/>
            <a:gdLst/>
            <a:ahLst/>
            <a:cxnLst/>
            <a:rect l="l" t="t" r="r" b="b"/>
            <a:pathLst>
              <a:path w="2571635" h="1983442">
                <a:moveTo>
                  <a:pt x="0" y="0"/>
                </a:moveTo>
                <a:lnTo>
                  <a:pt x="2571635" y="0"/>
                </a:lnTo>
                <a:lnTo>
                  <a:pt x="2571635" y="1983442"/>
                </a:lnTo>
                <a:lnTo>
                  <a:pt x="0" y="198344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0074F1A2-5744-D259-62C6-F41838DF0675}"/>
              </a:ext>
            </a:extLst>
          </p:cNvPr>
          <p:cNvSpPr/>
          <p:nvPr/>
        </p:nvSpPr>
        <p:spPr>
          <a:xfrm>
            <a:off x="4031255" y="-279064"/>
            <a:ext cx="2571635" cy="1983442"/>
          </a:xfrm>
          <a:custGeom>
            <a:avLst/>
            <a:gdLst/>
            <a:ahLst/>
            <a:cxnLst/>
            <a:rect l="l" t="t" r="r" b="b"/>
            <a:pathLst>
              <a:path w="2571635" h="1983442">
                <a:moveTo>
                  <a:pt x="0" y="0"/>
                </a:moveTo>
                <a:lnTo>
                  <a:pt x="2571634" y="0"/>
                </a:lnTo>
                <a:lnTo>
                  <a:pt x="2571634" y="1983442"/>
                </a:lnTo>
                <a:lnTo>
                  <a:pt x="0" y="198344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C43F0878-BB4E-F637-6423-105AE8258D2B}"/>
              </a:ext>
            </a:extLst>
          </p:cNvPr>
          <p:cNvSpPr/>
          <p:nvPr/>
        </p:nvSpPr>
        <p:spPr>
          <a:xfrm>
            <a:off x="6179802" y="-279064"/>
            <a:ext cx="2571635" cy="1983442"/>
          </a:xfrm>
          <a:custGeom>
            <a:avLst/>
            <a:gdLst/>
            <a:ahLst/>
            <a:cxnLst/>
            <a:rect l="l" t="t" r="r" b="b"/>
            <a:pathLst>
              <a:path w="2571635" h="1983442">
                <a:moveTo>
                  <a:pt x="0" y="0"/>
                </a:moveTo>
                <a:lnTo>
                  <a:pt x="2571635" y="0"/>
                </a:lnTo>
                <a:lnTo>
                  <a:pt x="2571635" y="1983442"/>
                </a:lnTo>
                <a:lnTo>
                  <a:pt x="0" y="198344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>
            <a:extLst>
              <a:ext uri="{FF2B5EF4-FFF2-40B4-BE49-F238E27FC236}">
                <a16:creationId xmlns:a16="http://schemas.microsoft.com/office/drawing/2014/main" id="{A7D4EBB6-E5E5-8DC7-6EBF-0AFB75A4246F}"/>
              </a:ext>
            </a:extLst>
          </p:cNvPr>
          <p:cNvSpPr/>
          <p:nvPr/>
        </p:nvSpPr>
        <p:spPr>
          <a:xfrm>
            <a:off x="8328350" y="-279064"/>
            <a:ext cx="2571635" cy="1983442"/>
          </a:xfrm>
          <a:custGeom>
            <a:avLst/>
            <a:gdLst/>
            <a:ahLst/>
            <a:cxnLst/>
            <a:rect l="l" t="t" r="r" b="b"/>
            <a:pathLst>
              <a:path w="2571635" h="1983442">
                <a:moveTo>
                  <a:pt x="0" y="0"/>
                </a:moveTo>
                <a:lnTo>
                  <a:pt x="2571635" y="0"/>
                </a:lnTo>
                <a:lnTo>
                  <a:pt x="2571635" y="1983442"/>
                </a:lnTo>
                <a:lnTo>
                  <a:pt x="0" y="198344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>
            <a:extLst>
              <a:ext uri="{FF2B5EF4-FFF2-40B4-BE49-F238E27FC236}">
                <a16:creationId xmlns:a16="http://schemas.microsoft.com/office/drawing/2014/main" id="{89CDAC7D-718A-27BC-AA41-212B3671FA59}"/>
              </a:ext>
            </a:extLst>
          </p:cNvPr>
          <p:cNvSpPr/>
          <p:nvPr/>
        </p:nvSpPr>
        <p:spPr>
          <a:xfrm>
            <a:off x="10476898" y="-279064"/>
            <a:ext cx="2571635" cy="1983442"/>
          </a:xfrm>
          <a:custGeom>
            <a:avLst/>
            <a:gdLst/>
            <a:ahLst/>
            <a:cxnLst/>
            <a:rect l="l" t="t" r="r" b="b"/>
            <a:pathLst>
              <a:path w="2571635" h="1983442">
                <a:moveTo>
                  <a:pt x="0" y="0"/>
                </a:moveTo>
                <a:lnTo>
                  <a:pt x="2571635" y="0"/>
                </a:lnTo>
                <a:lnTo>
                  <a:pt x="2571635" y="1983442"/>
                </a:lnTo>
                <a:lnTo>
                  <a:pt x="0" y="198344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>
            <a:extLst>
              <a:ext uri="{FF2B5EF4-FFF2-40B4-BE49-F238E27FC236}">
                <a16:creationId xmlns:a16="http://schemas.microsoft.com/office/drawing/2014/main" id="{1C6BBE29-E8D5-0B48-4AE8-02ECA1A51B28}"/>
              </a:ext>
            </a:extLst>
          </p:cNvPr>
          <p:cNvSpPr/>
          <p:nvPr/>
        </p:nvSpPr>
        <p:spPr>
          <a:xfrm>
            <a:off x="14772558" y="-279064"/>
            <a:ext cx="2571635" cy="1983442"/>
          </a:xfrm>
          <a:custGeom>
            <a:avLst/>
            <a:gdLst/>
            <a:ahLst/>
            <a:cxnLst/>
            <a:rect l="l" t="t" r="r" b="b"/>
            <a:pathLst>
              <a:path w="2571635" h="1983442">
                <a:moveTo>
                  <a:pt x="0" y="0"/>
                </a:moveTo>
                <a:lnTo>
                  <a:pt x="2571634" y="0"/>
                </a:lnTo>
                <a:lnTo>
                  <a:pt x="2571634" y="1983442"/>
                </a:lnTo>
                <a:lnTo>
                  <a:pt x="0" y="198344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>
            <a:extLst>
              <a:ext uri="{FF2B5EF4-FFF2-40B4-BE49-F238E27FC236}">
                <a16:creationId xmlns:a16="http://schemas.microsoft.com/office/drawing/2014/main" id="{E0FF4F39-1493-B314-026A-C5DEB846B43D}"/>
              </a:ext>
            </a:extLst>
          </p:cNvPr>
          <p:cNvSpPr/>
          <p:nvPr/>
        </p:nvSpPr>
        <p:spPr>
          <a:xfrm>
            <a:off x="16919670" y="-279064"/>
            <a:ext cx="2571635" cy="1983442"/>
          </a:xfrm>
          <a:custGeom>
            <a:avLst/>
            <a:gdLst/>
            <a:ahLst/>
            <a:cxnLst/>
            <a:rect l="l" t="t" r="r" b="b"/>
            <a:pathLst>
              <a:path w="2571635" h="1983442">
                <a:moveTo>
                  <a:pt x="0" y="0"/>
                </a:moveTo>
                <a:lnTo>
                  <a:pt x="2571635" y="0"/>
                </a:lnTo>
                <a:lnTo>
                  <a:pt x="2571635" y="1983442"/>
                </a:lnTo>
                <a:lnTo>
                  <a:pt x="0" y="198344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26" name="Freeform 26">
            <a:extLst>
              <a:ext uri="{FF2B5EF4-FFF2-40B4-BE49-F238E27FC236}">
                <a16:creationId xmlns:a16="http://schemas.microsoft.com/office/drawing/2014/main" id="{00730787-D834-F2EF-D251-169E581CE36F}"/>
              </a:ext>
            </a:extLst>
          </p:cNvPr>
          <p:cNvSpPr/>
          <p:nvPr/>
        </p:nvSpPr>
        <p:spPr>
          <a:xfrm>
            <a:off x="15114387" y="854752"/>
            <a:ext cx="2307253" cy="2583953"/>
          </a:xfrm>
          <a:custGeom>
            <a:avLst/>
            <a:gdLst/>
            <a:ahLst/>
            <a:cxnLst/>
            <a:rect l="l" t="t" r="r" b="b"/>
            <a:pathLst>
              <a:path w="2307253" h="2583953">
                <a:moveTo>
                  <a:pt x="0" y="0"/>
                </a:moveTo>
                <a:lnTo>
                  <a:pt x="2307253" y="0"/>
                </a:lnTo>
                <a:lnTo>
                  <a:pt x="2307253" y="2583953"/>
                </a:lnTo>
                <a:lnTo>
                  <a:pt x="0" y="258395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1A7B3BE-57BB-5F03-5C8E-054F8CD977A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79798" y="1829589"/>
            <a:ext cx="11121187" cy="8023558"/>
          </a:xfrm>
          <a:prstGeom prst="rect">
            <a:avLst/>
          </a:prstGeom>
        </p:spPr>
      </p:pic>
      <p:pic>
        <p:nvPicPr>
          <p:cNvPr id="4" name="Picture 3" descr="A logo with blue and orange text&#10;&#10;Description automatically generated">
            <a:extLst>
              <a:ext uri="{FF2B5EF4-FFF2-40B4-BE49-F238E27FC236}">
                <a16:creationId xmlns:a16="http://schemas.microsoft.com/office/drawing/2014/main" id="{75DE866E-09CD-2F75-7D1C-A8A1C9D5BAF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1000" y="211592"/>
            <a:ext cx="2209800" cy="2352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97896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CB9305-336B-745D-D3F7-1B7F7926F3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9446117F-3BB0-B391-E967-8F1706465034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B749DB7E-213C-05B4-BB33-9108E54D2D94}"/>
              </a:ext>
            </a:extLst>
          </p:cNvPr>
          <p:cNvSpPr/>
          <p:nvPr/>
        </p:nvSpPr>
        <p:spPr>
          <a:xfrm>
            <a:off x="12625445" y="-279064"/>
            <a:ext cx="2571635" cy="1983442"/>
          </a:xfrm>
          <a:custGeom>
            <a:avLst/>
            <a:gdLst/>
            <a:ahLst/>
            <a:cxnLst/>
            <a:rect l="l" t="t" r="r" b="b"/>
            <a:pathLst>
              <a:path w="2571635" h="1983442">
                <a:moveTo>
                  <a:pt x="0" y="0"/>
                </a:moveTo>
                <a:lnTo>
                  <a:pt x="2571635" y="0"/>
                </a:lnTo>
                <a:lnTo>
                  <a:pt x="2571635" y="1983442"/>
                </a:lnTo>
                <a:lnTo>
                  <a:pt x="0" y="198344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EC99A676-82D1-2C41-7CC4-5D99FC95EDAF}"/>
              </a:ext>
            </a:extLst>
          </p:cNvPr>
          <p:cNvSpPr/>
          <p:nvPr/>
        </p:nvSpPr>
        <p:spPr>
          <a:xfrm>
            <a:off x="-265841" y="-279064"/>
            <a:ext cx="2571635" cy="1983442"/>
          </a:xfrm>
          <a:custGeom>
            <a:avLst/>
            <a:gdLst/>
            <a:ahLst/>
            <a:cxnLst/>
            <a:rect l="l" t="t" r="r" b="b"/>
            <a:pathLst>
              <a:path w="2571635" h="1983442">
                <a:moveTo>
                  <a:pt x="0" y="0"/>
                </a:moveTo>
                <a:lnTo>
                  <a:pt x="2571635" y="0"/>
                </a:lnTo>
                <a:lnTo>
                  <a:pt x="2571635" y="1983442"/>
                </a:lnTo>
                <a:lnTo>
                  <a:pt x="0" y="198344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1C385726-8FA0-09A3-BC76-D21B3B4DC0B1}"/>
              </a:ext>
            </a:extLst>
          </p:cNvPr>
          <p:cNvSpPr/>
          <p:nvPr/>
        </p:nvSpPr>
        <p:spPr>
          <a:xfrm>
            <a:off x="1882707" y="-279064"/>
            <a:ext cx="2571635" cy="1983442"/>
          </a:xfrm>
          <a:custGeom>
            <a:avLst/>
            <a:gdLst/>
            <a:ahLst/>
            <a:cxnLst/>
            <a:rect l="l" t="t" r="r" b="b"/>
            <a:pathLst>
              <a:path w="2571635" h="1983442">
                <a:moveTo>
                  <a:pt x="0" y="0"/>
                </a:moveTo>
                <a:lnTo>
                  <a:pt x="2571635" y="0"/>
                </a:lnTo>
                <a:lnTo>
                  <a:pt x="2571635" y="1983442"/>
                </a:lnTo>
                <a:lnTo>
                  <a:pt x="0" y="198344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647D5047-A493-4817-6FA7-9390E8DC8B42}"/>
              </a:ext>
            </a:extLst>
          </p:cNvPr>
          <p:cNvSpPr/>
          <p:nvPr/>
        </p:nvSpPr>
        <p:spPr>
          <a:xfrm>
            <a:off x="4031255" y="-279064"/>
            <a:ext cx="2571635" cy="1983442"/>
          </a:xfrm>
          <a:custGeom>
            <a:avLst/>
            <a:gdLst/>
            <a:ahLst/>
            <a:cxnLst/>
            <a:rect l="l" t="t" r="r" b="b"/>
            <a:pathLst>
              <a:path w="2571635" h="1983442">
                <a:moveTo>
                  <a:pt x="0" y="0"/>
                </a:moveTo>
                <a:lnTo>
                  <a:pt x="2571634" y="0"/>
                </a:lnTo>
                <a:lnTo>
                  <a:pt x="2571634" y="1983442"/>
                </a:lnTo>
                <a:lnTo>
                  <a:pt x="0" y="198344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B281487D-FE83-DD7B-BE8D-D05ABC0A4F5C}"/>
              </a:ext>
            </a:extLst>
          </p:cNvPr>
          <p:cNvSpPr/>
          <p:nvPr/>
        </p:nvSpPr>
        <p:spPr>
          <a:xfrm>
            <a:off x="6179802" y="-279064"/>
            <a:ext cx="2571635" cy="1983442"/>
          </a:xfrm>
          <a:custGeom>
            <a:avLst/>
            <a:gdLst/>
            <a:ahLst/>
            <a:cxnLst/>
            <a:rect l="l" t="t" r="r" b="b"/>
            <a:pathLst>
              <a:path w="2571635" h="1983442">
                <a:moveTo>
                  <a:pt x="0" y="0"/>
                </a:moveTo>
                <a:lnTo>
                  <a:pt x="2571635" y="0"/>
                </a:lnTo>
                <a:lnTo>
                  <a:pt x="2571635" y="1983442"/>
                </a:lnTo>
                <a:lnTo>
                  <a:pt x="0" y="198344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>
            <a:extLst>
              <a:ext uri="{FF2B5EF4-FFF2-40B4-BE49-F238E27FC236}">
                <a16:creationId xmlns:a16="http://schemas.microsoft.com/office/drawing/2014/main" id="{E1720182-40B5-267B-A3A5-F5C1DE992D91}"/>
              </a:ext>
            </a:extLst>
          </p:cNvPr>
          <p:cNvSpPr/>
          <p:nvPr/>
        </p:nvSpPr>
        <p:spPr>
          <a:xfrm>
            <a:off x="8328350" y="-279064"/>
            <a:ext cx="2571635" cy="1983442"/>
          </a:xfrm>
          <a:custGeom>
            <a:avLst/>
            <a:gdLst/>
            <a:ahLst/>
            <a:cxnLst/>
            <a:rect l="l" t="t" r="r" b="b"/>
            <a:pathLst>
              <a:path w="2571635" h="1983442">
                <a:moveTo>
                  <a:pt x="0" y="0"/>
                </a:moveTo>
                <a:lnTo>
                  <a:pt x="2571635" y="0"/>
                </a:lnTo>
                <a:lnTo>
                  <a:pt x="2571635" y="1983442"/>
                </a:lnTo>
                <a:lnTo>
                  <a:pt x="0" y="198344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>
            <a:extLst>
              <a:ext uri="{FF2B5EF4-FFF2-40B4-BE49-F238E27FC236}">
                <a16:creationId xmlns:a16="http://schemas.microsoft.com/office/drawing/2014/main" id="{127E54A0-C47C-FB41-1D2F-81C4DE4D6268}"/>
              </a:ext>
            </a:extLst>
          </p:cNvPr>
          <p:cNvSpPr/>
          <p:nvPr/>
        </p:nvSpPr>
        <p:spPr>
          <a:xfrm>
            <a:off x="10476898" y="-279064"/>
            <a:ext cx="2571635" cy="1983442"/>
          </a:xfrm>
          <a:custGeom>
            <a:avLst/>
            <a:gdLst/>
            <a:ahLst/>
            <a:cxnLst/>
            <a:rect l="l" t="t" r="r" b="b"/>
            <a:pathLst>
              <a:path w="2571635" h="1983442">
                <a:moveTo>
                  <a:pt x="0" y="0"/>
                </a:moveTo>
                <a:lnTo>
                  <a:pt x="2571635" y="0"/>
                </a:lnTo>
                <a:lnTo>
                  <a:pt x="2571635" y="1983442"/>
                </a:lnTo>
                <a:lnTo>
                  <a:pt x="0" y="198344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>
            <a:extLst>
              <a:ext uri="{FF2B5EF4-FFF2-40B4-BE49-F238E27FC236}">
                <a16:creationId xmlns:a16="http://schemas.microsoft.com/office/drawing/2014/main" id="{55BDED2B-87F5-FE3C-A9C3-42D6D1904D1E}"/>
              </a:ext>
            </a:extLst>
          </p:cNvPr>
          <p:cNvSpPr/>
          <p:nvPr/>
        </p:nvSpPr>
        <p:spPr>
          <a:xfrm>
            <a:off x="14772558" y="-279064"/>
            <a:ext cx="2571635" cy="1983442"/>
          </a:xfrm>
          <a:custGeom>
            <a:avLst/>
            <a:gdLst/>
            <a:ahLst/>
            <a:cxnLst/>
            <a:rect l="l" t="t" r="r" b="b"/>
            <a:pathLst>
              <a:path w="2571635" h="1983442">
                <a:moveTo>
                  <a:pt x="0" y="0"/>
                </a:moveTo>
                <a:lnTo>
                  <a:pt x="2571634" y="0"/>
                </a:lnTo>
                <a:lnTo>
                  <a:pt x="2571634" y="1983442"/>
                </a:lnTo>
                <a:lnTo>
                  <a:pt x="0" y="198344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>
            <a:extLst>
              <a:ext uri="{FF2B5EF4-FFF2-40B4-BE49-F238E27FC236}">
                <a16:creationId xmlns:a16="http://schemas.microsoft.com/office/drawing/2014/main" id="{B6686A30-FFE0-E14B-4AC7-A6F94C5B6797}"/>
              </a:ext>
            </a:extLst>
          </p:cNvPr>
          <p:cNvSpPr/>
          <p:nvPr/>
        </p:nvSpPr>
        <p:spPr>
          <a:xfrm>
            <a:off x="16919670" y="-279064"/>
            <a:ext cx="2571635" cy="1983442"/>
          </a:xfrm>
          <a:custGeom>
            <a:avLst/>
            <a:gdLst/>
            <a:ahLst/>
            <a:cxnLst/>
            <a:rect l="l" t="t" r="r" b="b"/>
            <a:pathLst>
              <a:path w="2571635" h="1983442">
                <a:moveTo>
                  <a:pt x="0" y="0"/>
                </a:moveTo>
                <a:lnTo>
                  <a:pt x="2571635" y="0"/>
                </a:lnTo>
                <a:lnTo>
                  <a:pt x="2571635" y="1983442"/>
                </a:lnTo>
                <a:lnTo>
                  <a:pt x="0" y="198344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26" name="Freeform 26">
            <a:extLst>
              <a:ext uri="{FF2B5EF4-FFF2-40B4-BE49-F238E27FC236}">
                <a16:creationId xmlns:a16="http://schemas.microsoft.com/office/drawing/2014/main" id="{DC4DBA30-4C31-38A1-25F4-9A9278C24E49}"/>
              </a:ext>
            </a:extLst>
          </p:cNvPr>
          <p:cNvSpPr/>
          <p:nvPr/>
        </p:nvSpPr>
        <p:spPr>
          <a:xfrm>
            <a:off x="15114387" y="854752"/>
            <a:ext cx="2307253" cy="2583953"/>
          </a:xfrm>
          <a:custGeom>
            <a:avLst/>
            <a:gdLst/>
            <a:ahLst/>
            <a:cxnLst/>
            <a:rect l="l" t="t" r="r" b="b"/>
            <a:pathLst>
              <a:path w="2307253" h="2583953">
                <a:moveTo>
                  <a:pt x="0" y="0"/>
                </a:moveTo>
                <a:lnTo>
                  <a:pt x="2307253" y="0"/>
                </a:lnTo>
                <a:lnTo>
                  <a:pt x="2307253" y="2583953"/>
                </a:lnTo>
                <a:lnTo>
                  <a:pt x="0" y="258395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43A51278-D18B-B7A6-6FE8-2D8170C8CB4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04417" y="1735551"/>
            <a:ext cx="10606665" cy="7954998"/>
          </a:xfrm>
          <a:prstGeom prst="rect">
            <a:avLst/>
          </a:prstGeom>
        </p:spPr>
      </p:pic>
      <p:pic>
        <p:nvPicPr>
          <p:cNvPr id="4" name="Picture 3" descr="A logo with blue and orange text&#10;&#10;Description automatically generated">
            <a:extLst>
              <a:ext uri="{FF2B5EF4-FFF2-40B4-BE49-F238E27FC236}">
                <a16:creationId xmlns:a16="http://schemas.microsoft.com/office/drawing/2014/main" id="{95B1B9DA-2327-C88D-9375-F7902CC22A7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1000" y="211592"/>
            <a:ext cx="2209800" cy="2352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36248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9D5736-B233-5645-69F1-8E854FA344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63997A5C-9AD8-4500-4C63-362071CA16E7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3A1B374E-7EB1-589B-6678-C3B080600D99}"/>
              </a:ext>
            </a:extLst>
          </p:cNvPr>
          <p:cNvSpPr/>
          <p:nvPr/>
        </p:nvSpPr>
        <p:spPr>
          <a:xfrm>
            <a:off x="12625445" y="-279064"/>
            <a:ext cx="2571635" cy="1983442"/>
          </a:xfrm>
          <a:custGeom>
            <a:avLst/>
            <a:gdLst/>
            <a:ahLst/>
            <a:cxnLst/>
            <a:rect l="l" t="t" r="r" b="b"/>
            <a:pathLst>
              <a:path w="2571635" h="1983442">
                <a:moveTo>
                  <a:pt x="0" y="0"/>
                </a:moveTo>
                <a:lnTo>
                  <a:pt x="2571635" y="0"/>
                </a:lnTo>
                <a:lnTo>
                  <a:pt x="2571635" y="1983442"/>
                </a:lnTo>
                <a:lnTo>
                  <a:pt x="0" y="198344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211E6690-10D2-773F-D7A3-8C20DB792854}"/>
              </a:ext>
            </a:extLst>
          </p:cNvPr>
          <p:cNvSpPr/>
          <p:nvPr/>
        </p:nvSpPr>
        <p:spPr>
          <a:xfrm>
            <a:off x="-265841" y="-279064"/>
            <a:ext cx="2571635" cy="1983442"/>
          </a:xfrm>
          <a:custGeom>
            <a:avLst/>
            <a:gdLst/>
            <a:ahLst/>
            <a:cxnLst/>
            <a:rect l="l" t="t" r="r" b="b"/>
            <a:pathLst>
              <a:path w="2571635" h="1983442">
                <a:moveTo>
                  <a:pt x="0" y="0"/>
                </a:moveTo>
                <a:lnTo>
                  <a:pt x="2571635" y="0"/>
                </a:lnTo>
                <a:lnTo>
                  <a:pt x="2571635" y="1983442"/>
                </a:lnTo>
                <a:lnTo>
                  <a:pt x="0" y="198344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AC6C2DD2-5F65-F3A1-F2F7-285F11607240}"/>
              </a:ext>
            </a:extLst>
          </p:cNvPr>
          <p:cNvSpPr/>
          <p:nvPr/>
        </p:nvSpPr>
        <p:spPr>
          <a:xfrm>
            <a:off x="1882707" y="-279064"/>
            <a:ext cx="2571635" cy="1983442"/>
          </a:xfrm>
          <a:custGeom>
            <a:avLst/>
            <a:gdLst/>
            <a:ahLst/>
            <a:cxnLst/>
            <a:rect l="l" t="t" r="r" b="b"/>
            <a:pathLst>
              <a:path w="2571635" h="1983442">
                <a:moveTo>
                  <a:pt x="0" y="0"/>
                </a:moveTo>
                <a:lnTo>
                  <a:pt x="2571635" y="0"/>
                </a:lnTo>
                <a:lnTo>
                  <a:pt x="2571635" y="1983442"/>
                </a:lnTo>
                <a:lnTo>
                  <a:pt x="0" y="198344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9ABD0BD2-A4AA-313A-EF5D-BFC2B9520459}"/>
              </a:ext>
            </a:extLst>
          </p:cNvPr>
          <p:cNvSpPr/>
          <p:nvPr/>
        </p:nvSpPr>
        <p:spPr>
          <a:xfrm>
            <a:off x="4031255" y="-279064"/>
            <a:ext cx="2571635" cy="1983442"/>
          </a:xfrm>
          <a:custGeom>
            <a:avLst/>
            <a:gdLst/>
            <a:ahLst/>
            <a:cxnLst/>
            <a:rect l="l" t="t" r="r" b="b"/>
            <a:pathLst>
              <a:path w="2571635" h="1983442">
                <a:moveTo>
                  <a:pt x="0" y="0"/>
                </a:moveTo>
                <a:lnTo>
                  <a:pt x="2571634" y="0"/>
                </a:lnTo>
                <a:lnTo>
                  <a:pt x="2571634" y="1983442"/>
                </a:lnTo>
                <a:lnTo>
                  <a:pt x="0" y="198344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65F0E797-539C-3EE6-FEDF-E5E45ADB803E}"/>
              </a:ext>
            </a:extLst>
          </p:cNvPr>
          <p:cNvSpPr/>
          <p:nvPr/>
        </p:nvSpPr>
        <p:spPr>
          <a:xfrm>
            <a:off x="6179802" y="-279064"/>
            <a:ext cx="2571635" cy="1983442"/>
          </a:xfrm>
          <a:custGeom>
            <a:avLst/>
            <a:gdLst/>
            <a:ahLst/>
            <a:cxnLst/>
            <a:rect l="l" t="t" r="r" b="b"/>
            <a:pathLst>
              <a:path w="2571635" h="1983442">
                <a:moveTo>
                  <a:pt x="0" y="0"/>
                </a:moveTo>
                <a:lnTo>
                  <a:pt x="2571635" y="0"/>
                </a:lnTo>
                <a:lnTo>
                  <a:pt x="2571635" y="1983442"/>
                </a:lnTo>
                <a:lnTo>
                  <a:pt x="0" y="198344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>
            <a:extLst>
              <a:ext uri="{FF2B5EF4-FFF2-40B4-BE49-F238E27FC236}">
                <a16:creationId xmlns:a16="http://schemas.microsoft.com/office/drawing/2014/main" id="{15E44C87-F8A8-94F9-E7C3-BE5BA71B480D}"/>
              </a:ext>
            </a:extLst>
          </p:cNvPr>
          <p:cNvSpPr/>
          <p:nvPr/>
        </p:nvSpPr>
        <p:spPr>
          <a:xfrm>
            <a:off x="8328350" y="-279064"/>
            <a:ext cx="2571635" cy="1983442"/>
          </a:xfrm>
          <a:custGeom>
            <a:avLst/>
            <a:gdLst/>
            <a:ahLst/>
            <a:cxnLst/>
            <a:rect l="l" t="t" r="r" b="b"/>
            <a:pathLst>
              <a:path w="2571635" h="1983442">
                <a:moveTo>
                  <a:pt x="0" y="0"/>
                </a:moveTo>
                <a:lnTo>
                  <a:pt x="2571635" y="0"/>
                </a:lnTo>
                <a:lnTo>
                  <a:pt x="2571635" y="1983442"/>
                </a:lnTo>
                <a:lnTo>
                  <a:pt x="0" y="198344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>
            <a:extLst>
              <a:ext uri="{FF2B5EF4-FFF2-40B4-BE49-F238E27FC236}">
                <a16:creationId xmlns:a16="http://schemas.microsoft.com/office/drawing/2014/main" id="{9F05161E-F98E-9710-84AF-5E2BF9FDD56A}"/>
              </a:ext>
            </a:extLst>
          </p:cNvPr>
          <p:cNvSpPr/>
          <p:nvPr/>
        </p:nvSpPr>
        <p:spPr>
          <a:xfrm>
            <a:off x="10476898" y="-279064"/>
            <a:ext cx="2571635" cy="1983442"/>
          </a:xfrm>
          <a:custGeom>
            <a:avLst/>
            <a:gdLst/>
            <a:ahLst/>
            <a:cxnLst/>
            <a:rect l="l" t="t" r="r" b="b"/>
            <a:pathLst>
              <a:path w="2571635" h="1983442">
                <a:moveTo>
                  <a:pt x="0" y="0"/>
                </a:moveTo>
                <a:lnTo>
                  <a:pt x="2571635" y="0"/>
                </a:lnTo>
                <a:lnTo>
                  <a:pt x="2571635" y="1983442"/>
                </a:lnTo>
                <a:lnTo>
                  <a:pt x="0" y="198344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>
            <a:extLst>
              <a:ext uri="{FF2B5EF4-FFF2-40B4-BE49-F238E27FC236}">
                <a16:creationId xmlns:a16="http://schemas.microsoft.com/office/drawing/2014/main" id="{F682FC65-BAA7-6417-AE55-3D5ECDA63C8C}"/>
              </a:ext>
            </a:extLst>
          </p:cNvPr>
          <p:cNvSpPr/>
          <p:nvPr/>
        </p:nvSpPr>
        <p:spPr>
          <a:xfrm>
            <a:off x="14772558" y="-279064"/>
            <a:ext cx="2571635" cy="1983442"/>
          </a:xfrm>
          <a:custGeom>
            <a:avLst/>
            <a:gdLst/>
            <a:ahLst/>
            <a:cxnLst/>
            <a:rect l="l" t="t" r="r" b="b"/>
            <a:pathLst>
              <a:path w="2571635" h="1983442">
                <a:moveTo>
                  <a:pt x="0" y="0"/>
                </a:moveTo>
                <a:lnTo>
                  <a:pt x="2571634" y="0"/>
                </a:lnTo>
                <a:lnTo>
                  <a:pt x="2571634" y="1983442"/>
                </a:lnTo>
                <a:lnTo>
                  <a:pt x="0" y="198344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>
            <a:extLst>
              <a:ext uri="{FF2B5EF4-FFF2-40B4-BE49-F238E27FC236}">
                <a16:creationId xmlns:a16="http://schemas.microsoft.com/office/drawing/2014/main" id="{F0772E6E-BBB3-6645-07D3-8836B57BFE2B}"/>
              </a:ext>
            </a:extLst>
          </p:cNvPr>
          <p:cNvSpPr/>
          <p:nvPr/>
        </p:nvSpPr>
        <p:spPr>
          <a:xfrm>
            <a:off x="16919670" y="-279064"/>
            <a:ext cx="2571635" cy="1983442"/>
          </a:xfrm>
          <a:custGeom>
            <a:avLst/>
            <a:gdLst/>
            <a:ahLst/>
            <a:cxnLst/>
            <a:rect l="l" t="t" r="r" b="b"/>
            <a:pathLst>
              <a:path w="2571635" h="1983442">
                <a:moveTo>
                  <a:pt x="0" y="0"/>
                </a:moveTo>
                <a:lnTo>
                  <a:pt x="2571635" y="0"/>
                </a:lnTo>
                <a:lnTo>
                  <a:pt x="2571635" y="1983442"/>
                </a:lnTo>
                <a:lnTo>
                  <a:pt x="0" y="198344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26" name="Freeform 26">
            <a:extLst>
              <a:ext uri="{FF2B5EF4-FFF2-40B4-BE49-F238E27FC236}">
                <a16:creationId xmlns:a16="http://schemas.microsoft.com/office/drawing/2014/main" id="{7757A7DE-A069-5CEF-E9CB-090A07441F29}"/>
              </a:ext>
            </a:extLst>
          </p:cNvPr>
          <p:cNvSpPr/>
          <p:nvPr/>
        </p:nvSpPr>
        <p:spPr>
          <a:xfrm>
            <a:off x="15114387" y="854752"/>
            <a:ext cx="2307253" cy="2583953"/>
          </a:xfrm>
          <a:custGeom>
            <a:avLst/>
            <a:gdLst/>
            <a:ahLst/>
            <a:cxnLst/>
            <a:rect l="l" t="t" r="r" b="b"/>
            <a:pathLst>
              <a:path w="2307253" h="2583953">
                <a:moveTo>
                  <a:pt x="0" y="0"/>
                </a:moveTo>
                <a:lnTo>
                  <a:pt x="2307253" y="0"/>
                </a:lnTo>
                <a:lnTo>
                  <a:pt x="2307253" y="2583953"/>
                </a:lnTo>
                <a:lnTo>
                  <a:pt x="0" y="258395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8DEF9A1-3B33-8310-285E-12E58CDC838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60267" y="1704378"/>
            <a:ext cx="12783206" cy="8112420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pic>
        <p:nvPicPr>
          <p:cNvPr id="5" name="Picture 4" descr="A logo with blue and orange text&#10;&#10;Description automatically generated">
            <a:extLst>
              <a:ext uri="{FF2B5EF4-FFF2-40B4-BE49-F238E27FC236}">
                <a16:creationId xmlns:a16="http://schemas.microsoft.com/office/drawing/2014/main" id="{79C7D9AD-D671-EFC2-4555-E2197D3F47C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1000" y="211592"/>
            <a:ext cx="2209800" cy="2352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35598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13045C-7D27-FF78-0805-D892BD0E5C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ADC6031D-7224-D122-DF93-015AC5543BD7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072AD252-1AE8-840D-E490-6D1450F74474}"/>
              </a:ext>
            </a:extLst>
          </p:cNvPr>
          <p:cNvSpPr/>
          <p:nvPr/>
        </p:nvSpPr>
        <p:spPr>
          <a:xfrm>
            <a:off x="12625445" y="-279064"/>
            <a:ext cx="2571635" cy="1983442"/>
          </a:xfrm>
          <a:custGeom>
            <a:avLst/>
            <a:gdLst/>
            <a:ahLst/>
            <a:cxnLst/>
            <a:rect l="l" t="t" r="r" b="b"/>
            <a:pathLst>
              <a:path w="2571635" h="1983442">
                <a:moveTo>
                  <a:pt x="0" y="0"/>
                </a:moveTo>
                <a:lnTo>
                  <a:pt x="2571635" y="0"/>
                </a:lnTo>
                <a:lnTo>
                  <a:pt x="2571635" y="1983442"/>
                </a:lnTo>
                <a:lnTo>
                  <a:pt x="0" y="198344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31E7C52D-A980-BC19-2D9D-EC120B076E87}"/>
              </a:ext>
            </a:extLst>
          </p:cNvPr>
          <p:cNvSpPr/>
          <p:nvPr/>
        </p:nvSpPr>
        <p:spPr>
          <a:xfrm>
            <a:off x="-265841" y="-279064"/>
            <a:ext cx="2571635" cy="1983442"/>
          </a:xfrm>
          <a:custGeom>
            <a:avLst/>
            <a:gdLst/>
            <a:ahLst/>
            <a:cxnLst/>
            <a:rect l="l" t="t" r="r" b="b"/>
            <a:pathLst>
              <a:path w="2571635" h="1983442">
                <a:moveTo>
                  <a:pt x="0" y="0"/>
                </a:moveTo>
                <a:lnTo>
                  <a:pt x="2571635" y="0"/>
                </a:lnTo>
                <a:lnTo>
                  <a:pt x="2571635" y="1983442"/>
                </a:lnTo>
                <a:lnTo>
                  <a:pt x="0" y="198344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7FC9BEFB-7B5A-0E98-526D-A2BE8513E481}"/>
              </a:ext>
            </a:extLst>
          </p:cNvPr>
          <p:cNvSpPr/>
          <p:nvPr/>
        </p:nvSpPr>
        <p:spPr>
          <a:xfrm>
            <a:off x="1882707" y="-279064"/>
            <a:ext cx="2571635" cy="1983442"/>
          </a:xfrm>
          <a:custGeom>
            <a:avLst/>
            <a:gdLst/>
            <a:ahLst/>
            <a:cxnLst/>
            <a:rect l="l" t="t" r="r" b="b"/>
            <a:pathLst>
              <a:path w="2571635" h="1983442">
                <a:moveTo>
                  <a:pt x="0" y="0"/>
                </a:moveTo>
                <a:lnTo>
                  <a:pt x="2571635" y="0"/>
                </a:lnTo>
                <a:lnTo>
                  <a:pt x="2571635" y="1983442"/>
                </a:lnTo>
                <a:lnTo>
                  <a:pt x="0" y="198344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18F6E83B-2367-9105-66E5-4B582B30579F}"/>
              </a:ext>
            </a:extLst>
          </p:cNvPr>
          <p:cNvSpPr/>
          <p:nvPr/>
        </p:nvSpPr>
        <p:spPr>
          <a:xfrm>
            <a:off x="4031255" y="-279064"/>
            <a:ext cx="2571635" cy="1983442"/>
          </a:xfrm>
          <a:custGeom>
            <a:avLst/>
            <a:gdLst/>
            <a:ahLst/>
            <a:cxnLst/>
            <a:rect l="l" t="t" r="r" b="b"/>
            <a:pathLst>
              <a:path w="2571635" h="1983442">
                <a:moveTo>
                  <a:pt x="0" y="0"/>
                </a:moveTo>
                <a:lnTo>
                  <a:pt x="2571634" y="0"/>
                </a:lnTo>
                <a:lnTo>
                  <a:pt x="2571634" y="1983442"/>
                </a:lnTo>
                <a:lnTo>
                  <a:pt x="0" y="198344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7C60850D-37D4-E887-B87B-24206CE5B982}"/>
              </a:ext>
            </a:extLst>
          </p:cNvPr>
          <p:cNvSpPr/>
          <p:nvPr/>
        </p:nvSpPr>
        <p:spPr>
          <a:xfrm>
            <a:off x="6179802" y="-279064"/>
            <a:ext cx="2571635" cy="1983442"/>
          </a:xfrm>
          <a:custGeom>
            <a:avLst/>
            <a:gdLst/>
            <a:ahLst/>
            <a:cxnLst/>
            <a:rect l="l" t="t" r="r" b="b"/>
            <a:pathLst>
              <a:path w="2571635" h="1983442">
                <a:moveTo>
                  <a:pt x="0" y="0"/>
                </a:moveTo>
                <a:lnTo>
                  <a:pt x="2571635" y="0"/>
                </a:lnTo>
                <a:lnTo>
                  <a:pt x="2571635" y="1983442"/>
                </a:lnTo>
                <a:lnTo>
                  <a:pt x="0" y="198344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>
            <a:extLst>
              <a:ext uri="{FF2B5EF4-FFF2-40B4-BE49-F238E27FC236}">
                <a16:creationId xmlns:a16="http://schemas.microsoft.com/office/drawing/2014/main" id="{70C68B0A-B386-7995-C978-DDDBDEA22D82}"/>
              </a:ext>
            </a:extLst>
          </p:cNvPr>
          <p:cNvSpPr/>
          <p:nvPr/>
        </p:nvSpPr>
        <p:spPr>
          <a:xfrm>
            <a:off x="8328350" y="-279064"/>
            <a:ext cx="2571635" cy="1983442"/>
          </a:xfrm>
          <a:custGeom>
            <a:avLst/>
            <a:gdLst/>
            <a:ahLst/>
            <a:cxnLst/>
            <a:rect l="l" t="t" r="r" b="b"/>
            <a:pathLst>
              <a:path w="2571635" h="1983442">
                <a:moveTo>
                  <a:pt x="0" y="0"/>
                </a:moveTo>
                <a:lnTo>
                  <a:pt x="2571635" y="0"/>
                </a:lnTo>
                <a:lnTo>
                  <a:pt x="2571635" y="1983442"/>
                </a:lnTo>
                <a:lnTo>
                  <a:pt x="0" y="198344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>
            <a:extLst>
              <a:ext uri="{FF2B5EF4-FFF2-40B4-BE49-F238E27FC236}">
                <a16:creationId xmlns:a16="http://schemas.microsoft.com/office/drawing/2014/main" id="{665EE86D-601F-25E9-FAA5-F312014EC14D}"/>
              </a:ext>
            </a:extLst>
          </p:cNvPr>
          <p:cNvSpPr/>
          <p:nvPr/>
        </p:nvSpPr>
        <p:spPr>
          <a:xfrm>
            <a:off x="10476898" y="-279064"/>
            <a:ext cx="2571635" cy="1983442"/>
          </a:xfrm>
          <a:custGeom>
            <a:avLst/>
            <a:gdLst/>
            <a:ahLst/>
            <a:cxnLst/>
            <a:rect l="l" t="t" r="r" b="b"/>
            <a:pathLst>
              <a:path w="2571635" h="1983442">
                <a:moveTo>
                  <a:pt x="0" y="0"/>
                </a:moveTo>
                <a:lnTo>
                  <a:pt x="2571635" y="0"/>
                </a:lnTo>
                <a:lnTo>
                  <a:pt x="2571635" y="1983442"/>
                </a:lnTo>
                <a:lnTo>
                  <a:pt x="0" y="198344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>
            <a:extLst>
              <a:ext uri="{FF2B5EF4-FFF2-40B4-BE49-F238E27FC236}">
                <a16:creationId xmlns:a16="http://schemas.microsoft.com/office/drawing/2014/main" id="{D0FFDAF2-8A5C-BCA8-85FB-CC2721E7370D}"/>
              </a:ext>
            </a:extLst>
          </p:cNvPr>
          <p:cNvSpPr/>
          <p:nvPr/>
        </p:nvSpPr>
        <p:spPr>
          <a:xfrm>
            <a:off x="14772558" y="-279064"/>
            <a:ext cx="2571635" cy="1983442"/>
          </a:xfrm>
          <a:custGeom>
            <a:avLst/>
            <a:gdLst/>
            <a:ahLst/>
            <a:cxnLst/>
            <a:rect l="l" t="t" r="r" b="b"/>
            <a:pathLst>
              <a:path w="2571635" h="1983442">
                <a:moveTo>
                  <a:pt x="0" y="0"/>
                </a:moveTo>
                <a:lnTo>
                  <a:pt x="2571634" y="0"/>
                </a:lnTo>
                <a:lnTo>
                  <a:pt x="2571634" y="1983442"/>
                </a:lnTo>
                <a:lnTo>
                  <a:pt x="0" y="198344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>
            <a:extLst>
              <a:ext uri="{FF2B5EF4-FFF2-40B4-BE49-F238E27FC236}">
                <a16:creationId xmlns:a16="http://schemas.microsoft.com/office/drawing/2014/main" id="{F526D2EC-B207-CDE9-B1F5-24FFAF0A0362}"/>
              </a:ext>
            </a:extLst>
          </p:cNvPr>
          <p:cNvSpPr/>
          <p:nvPr/>
        </p:nvSpPr>
        <p:spPr>
          <a:xfrm>
            <a:off x="16919670" y="-279064"/>
            <a:ext cx="2571635" cy="1983442"/>
          </a:xfrm>
          <a:custGeom>
            <a:avLst/>
            <a:gdLst/>
            <a:ahLst/>
            <a:cxnLst/>
            <a:rect l="l" t="t" r="r" b="b"/>
            <a:pathLst>
              <a:path w="2571635" h="1983442">
                <a:moveTo>
                  <a:pt x="0" y="0"/>
                </a:moveTo>
                <a:lnTo>
                  <a:pt x="2571635" y="0"/>
                </a:lnTo>
                <a:lnTo>
                  <a:pt x="2571635" y="1983442"/>
                </a:lnTo>
                <a:lnTo>
                  <a:pt x="0" y="198344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26" name="Freeform 26">
            <a:extLst>
              <a:ext uri="{FF2B5EF4-FFF2-40B4-BE49-F238E27FC236}">
                <a16:creationId xmlns:a16="http://schemas.microsoft.com/office/drawing/2014/main" id="{AE270BD5-86EC-DF3D-005D-3276C2429E72}"/>
              </a:ext>
            </a:extLst>
          </p:cNvPr>
          <p:cNvSpPr/>
          <p:nvPr/>
        </p:nvSpPr>
        <p:spPr>
          <a:xfrm>
            <a:off x="15114387" y="854752"/>
            <a:ext cx="2307253" cy="2583953"/>
          </a:xfrm>
          <a:custGeom>
            <a:avLst/>
            <a:gdLst/>
            <a:ahLst/>
            <a:cxnLst/>
            <a:rect l="l" t="t" r="r" b="b"/>
            <a:pathLst>
              <a:path w="2307253" h="2583953">
                <a:moveTo>
                  <a:pt x="0" y="0"/>
                </a:moveTo>
                <a:lnTo>
                  <a:pt x="2307253" y="0"/>
                </a:lnTo>
                <a:lnTo>
                  <a:pt x="2307253" y="2583953"/>
                </a:lnTo>
                <a:lnTo>
                  <a:pt x="0" y="258395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CD57C61-7316-60D5-8449-47FB4A845AB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75613" y="1257300"/>
            <a:ext cx="12167860" cy="8497797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pic>
        <p:nvPicPr>
          <p:cNvPr id="5" name="Picture 4" descr="A logo with blue and orange text&#10;&#10;Description automatically generated">
            <a:extLst>
              <a:ext uri="{FF2B5EF4-FFF2-40B4-BE49-F238E27FC236}">
                <a16:creationId xmlns:a16="http://schemas.microsoft.com/office/drawing/2014/main" id="{21ED1CFD-B064-365E-D176-98D8967D15D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1000" y="211592"/>
            <a:ext cx="2209800" cy="2352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5802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37144E-3040-2CF3-CC48-A2BC069509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D442542D-01D1-5E12-86A6-D63C9991DC1C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DDA4795F-709D-7AB3-E59A-D1815C77086B}"/>
              </a:ext>
            </a:extLst>
          </p:cNvPr>
          <p:cNvSpPr/>
          <p:nvPr/>
        </p:nvSpPr>
        <p:spPr>
          <a:xfrm>
            <a:off x="12625445" y="-279064"/>
            <a:ext cx="2571635" cy="1983442"/>
          </a:xfrm>
          <a:custGeom>
            <a:avLst/>
            <a:gdLst/>
            <a:ahLst/>
            <a:cxnLst/>
            <a:rect l="l" t="t" r="r" b="b"/>
            <a:pathLst>
              <a:path w="2571635" h="1983442">
                <a:moveTo>
                  <a:pt x="0" y="0"/>
                </a:moveTo>
                <a:lnTo>
                  <a:pt x="2571635" y="0"/>
                </a:lnTo>
                <a:lnTo>
                  <a:pt x="2571635" y="1983442"/>
                </a:lnTo>
                <a:lnTo>
                  <a:pt x="0" y="198344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4A57FE47-5C0B-C1E0-163F-CAF4AE1C6911}"/>
              </a:ext>
            </a:extLst>
          </p:cNvPr>
          <p:cNvSpPr/>
          <p:nvPr/>
        </p:nvSpPr>
        <p:spPr>
          <a:xfrm>
            <a:off x="-265841" y="-279064"/>
            <a:ext cx="2571635" cy="1983442"/>
          </a:xfrm>
          <a:custGeom>
            <a:avLst/>
            <a:gdLst/>
            <a:ahLst/>
            <a:cxnLst/>
            <a:rect l="l" t="t" r="r" b="b"/>
            <a:pathLst>
              <a:path w="2571635" h="1983442">
                <a:moveTo>
                  <a:pt x="0" y="0"/>
                </a:moveTo>
                <a:lnTo>
                  <a:pt x="2571635" y="0"/>
                </a:lnTo>
                <a:lnTo>
                  <a:pt x="2571635" y="1983442"/>
                </a:lnTo>
                <a:lnTo>
                  <a:pt x="0" y="198344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B6B6AD68-B719-1EC3-F6A8-B79BB45E6E79}"/>
              </a:ext>
            </a:extLst>
          </p:cNvPr>
          <p:cNvSpPr/>
          <p:nvPr/>
        </p:nvSpPr>
        <p:spPr>
          <a:xfrm>
            <a:off x="1882707" y="-279064"/>
            <a:ext cx="2571635" cy="1983442"/>
          </a:xfrm>
          <a:custGeom>
            <a:avLst/>
            <a:gdLst/>
            <a:ahLst/>
            <a:cxnLst/>
            <a:rect l="l" t="t" r="r" b="b"/>
            <a:pathLst>
              <a:path w="2571635" h="1983442">
                <a:moveTo>
                  <a:pt x="0" y="0"/>
                </a:moveTo>
                <a:lnTo>
                  <a:pt x="2571635" y="0"/>
                </a:lnTo>
                <a:lnTo>
                  <a:pt x="2571635" y="1983442"/>
                </a:lnTo>
                <a:lnTo>
                  <a:pt x="0" y="198344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3D1458EE-3439-7CBE-753F-135A9ED8FE9A}"/>
              </a:ext>
            </a:extLst>
          </p:cNvPr>
          <p:cNvSpPr/>
          <p:nvPr/>
        </p:nvSpPr>
        <p:spPr>
          <a:xfrm>
            <a:off x="4031255" y="-279064"/>
            <a:ext cx="2571635" cy="1983442"/>
          </a:xfrm>
          <a:custGeom>
            <a:avLst/>
            <a:gdLst/>
            <a:ahLst/>
            <a:cxnLst/>
            <a:rect l="l" t="t" r="r" b="b"/>
            <a:pathLst>
              <a:path w="2571635" h="1983442">
                <a:moveTo>
                  <a:pt x="0" y="0"/>
                </a:moveTo>
                <a:lnTo>
                  <a:pt x="2571634" y="0"/>
                </a:lnTo>
                <a:lnTo>
                  <a:pt x="2571634" y="1983442"/>
                </a:lnTo>
                <a:lnTo>
                  <a:pt x="0" y="198344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A7B9C4C2-7341-129C-8153-81F27BBD4F2A}"/>
              </a:ext>
            </a:extLst>
          </p:cNvPr>
          <p:cNvSpPr/>
          <p:nvPr/>
        </p:nvSpPr>
        <p:spPr>
          <a:xfrm>
            <a:off x="6179802" y="-279064"/>
            <a:ext cx="2571635" cy="1983442"/>
          </a:xfrm>
          <a:custGeom>
            <a:avLst/>
            <a:gdLst/>
            <a:ahLst/>
            <a:cxnLst/>
            <a:rect l="l" t="t" r="r" b="b"/>
            <a:pathLst>
              <a:path w="2571635" h="1983442">
                <a:moveTo>
                  <a:pt x="0" y="0"/>
                </a:moveTo>
                <a:lnTo>
                  <a:pt x="2571635" y="0"/>
                </a:lnTo>
                <a:lnTo>
                  <a:pt x="2571635" y="1983442"/>
                </a:lnTo>
                <a:lnTo>
                  <a:pt x="0" y="198344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>
            <a:extLst>
              <a:ext uri="{FF2B5EF4-FFF2-40B4-BE49-F238E27FC236}">
                <a16:creationId xmlns:a16="http://schemas.microsoft.com/office/drawing/2014/main" id="{918FB2C9-C39D-7AF2-D01B-278F7BE8978A}"/>
              </a:ext>
            </a:extLst>
          </p:cNvPr>
          <p:cNvSpPr/>
          <p:nvPr/>
        </p:nvSpPr>
        <p:spPr>
          <a:xfrm>
            <a:off x="8328350" y="-279064"/>
            <a:ext cx="2571635" cy="1983442"/>
          </a:xfrm>
          <a:custGeom>
            <a:avLst/>
            <a:gdLst/>
            <a:ahLst/>
            <a:cxnLst/>
            <a:rect l="l" t="t" r="r" b="b"/>
            <a:pathLst>
              <a:path w="2571635" h="1983442">
                <a:moveTo>
                  <a:pt x="0" y="0"/>
                </a:moveTo>
                <a:lnTo>
                  <a:pt x="2571635" y="0"/>
                </a:lnTo>
                <a:lnTo>
                  <a:pt x="2571635" y="1983442"/>
                </a:lnTo>
                <a:lnTo>
                  <a:pt x="0" y="198344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>
            <a:extLst>
              <a:ext uri="{FF2B5EF4-FFF2-40B4-BE49-F238E27FC236}">
                <a16:creationId xmlns:a16="http://schemas.microsoft.com/office/drawing/2014/main" id="{4CB3B684-FEC3-62C3-A3BF-2367D7FC0B4B}"/>
              </a:ext>
            </a:extLst>
          </p:cNvPr>
          <p:cNvSpPr/>
          <p:nvPr/>
        </p:nvSpPr>
        <p:spPr>
          <a:xfrm>
            <a:off x="10476898" y="-279064"/>
            <a:ext cx="2571635" cy="1983442"/>
          </a:xfrm>
          <a:custGeom>
            <a:avLst/>
            <a:gdLst/>
            <a:ahLst/>
            <a:cxnLst/>
            <a:rect l="l" t="t" r="r" b="b"/>
            <a:pathLst>
              <a:path w="2571635" h="1983442">
                <a:moveTo>
                  <a:pt x="0" y="0"/>
                </a:moveTo>
                <a:lnTo>
                  <a:pt x="2571635" y="0"/>
                </a:lnTo>
                <a:lnTo>
                  <a:pt x="2571635" y="1983442"/>
                </a:lnTo>
                <a:lnTo>
                  <a:pt x="0" y="198344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>
            <a:extLst>
              <a:ext uri="{FF2B5EF4-FFF2-40B4-BE49-F238E27FC236}">
                <a16:creationId xmlns:a16="http://schemas.microsoft.com/office/drawing/2014/main" id="{82EFD2AC-A3C0-3F0D-70A7-B439ACFA0530}"/>
              </a:ext>
            </a:extLst>
          </p:cNvPr>
          <p:cNvSpPr/>
          <p:nvPr/>
        </p:nvSpPr>
        <p:spPr>
          <a:xfrm>
            <a:off x="14772558" y="-279064"/>
            <a:ext cx="2571635" cy="1983442"/>
          </a:xfrm>
          <a:custGeom>
            <a:avLst/>
            <a:gdLst/>
            <a:ahLst/>
            <a:cxnLst/>
            <a:rect l="l" t="t" r="r" b="b"/>
            <a:pathLst>
              <a:path w="2571635" h="1983442">
                <a:moveTo>
                  <a:pt x="0" y="0"/>
                </a:moveTo>
                <a:lnTo>
                  <a:pt x="2571634" y="0"/>
                </a:lnTo>
                <a:lnTo>
                  <a:pt x="2571634" y="1983442"/>
                </a:lnTo>
                <a:lnTo>
                  <a:pt x="0" y="198344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>
            <a:extLst>
              <a:ext uri="{FF2B5EF4-FFF2-40B4-BE49-F238E27FC236}">
                <a16:creationId xmlns:a16="http://schemas.microsoft.com/office/drawing/2014/main" id="{ED4AF92D-06E5-5A39-AFE4-86C04BE1868B}"/>
              </a:ext>
            </a:extLst>
          </p:cNvPr>
          <p:cNvSpPr/>
          <p:nvPr/>
        </p:nvSpPr>
        <p:spPr>
          <a:xfrm>
            <a:off x="16919670" y="-279064"/>
            <a:ext cx="2571635" cy="1983442"/>
          </a:xfrm>
          <a:custGeom>
            <a:avLst/>
            <a:gdLst/>
            <a:ahLst/>
            <a:cxnLst/>
            <a:rect l="l" t="t" r="r" b="b"/>
            <a:pathLst>
              <a:path w="2571635" h="1983442">
                <a:moveTo>
                  <a:pt x="0" y="0"/>
                </a:moveTo>
                <a:lnTo>
                  <a:pt x="2571635" y="0"/>
                </a:lnTo>
                <a:lnTo>
                  <a:pt x="2571635" y="1983442"/>
                </a:lnTo>
                <a:lnTo>
                  <a:pt x="0" y="198344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26" name="Freeform 26">
            <a:extLst>
              <a:ext uri="{FF2B5EF4-FFF2-40B4-BE49-F238E27FC236}">
                <a16:creationId xmlns:a16="http://schemas.microsoft.com/office/drawing/2014/main" id="{08EEF05B-DBAA-011B-7A0D-530A8F67BCE6}"/>
              </a:ext>
            </a:extLst>
          </p:cNvPr>
          <p:cNvSpPr/>
          <p:nvPr/>
        </p:nvSpPr>
        <p:spPr>
          <a:xfrm>
            <a:off x="15114387" y="854752"/>
            <a:ext cx="2307253" cy="2583953"/>
          </a:xfrm>
          <a:custGeom>
            <a:avLst/>
            <a:gdLst/>
            <a:ahLst/>
            <a:cxnLst/>
            <a:rect l="l" t="t" r="r" b="b"/>
            <a:pathLst>
              <a:path w="2307253" h="2583953">
                <a:moveTo>
                  <a:pt x="0" y="0"/>
                </a:moveTo>
                <a:lnTo>
                  <a:pt x="2307253" y="0"/>
                </a:lnTo>
                <a:lnTo>
                  <a:pt x="2307253" y="2583953"/>
                </a:lnTo>
                <a:lnTo>
                  <a:pt x="0" y="258395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A4AF3F6-736F-9406-5308-706426BF355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20183" y="665445"/>
            <a:ext cx="8311928" cy="9248075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pic>
        <p:nvPicPr>
          <p:cNvPr id="4" name="Picture 3" descr="A logo with blue and orange text&#10;&#10;Description automatically generated">
            <a:extLst>
              <a:ext uri="{FF2B5EF4-FFF2-40B4-BE49-F238E27FC236}">
                <a16:creationId xmlns:a16="http://schemas.microsoft.com/office/drawing/2014/main" id="{7693A239-7533-7EDD-844F-B9726377DFD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1000" y="211592"/>
            <a:ext cx="2209800" cy="2352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71969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9AC247-EBB9-A2B5-CBA2-BCA8EBED8B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6EC46F5F-437A-AF44-74CA-71A70AF66F3B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1FBCA4B8-72C0-B629-AB26-0F8B78A8597C}"/>
              </a:ext>
            </a:extLst>
          </p:cNvPr>
          <p:cNvSpPr/>
          <p:nvPr/>
        </p:nvSpPr>
        <p:spPr>
          <a:xfrm>
            <a:off x="12625445" y="-279064"/>
            <a:ext cx="2571635" cy="1983442"/>
          </a:xfrm>
          <a:custGeom>
            <a:avLst/>
            <a:gdLst/>
            <a:ahLst/>
            <a:cxnLst/>
            <a:rect l="l" t="t" r="r" b="b"/>
            <a:pathLst>
              <a:path w="2571635" h="1983442">
                <a:moveTo>
                  <a:pt x="0" y="0"/>
                </a:moveTo>
                <a:lnTo>
                  <a:pt x="2571635" y="0"/>
                </a:lnTo>
                <a:lnTo>
                  <a:pt x="2571635" y="1983442"/>
                </a:lnTo>
                <a:lnTo>
                  <a:pt x="0" y="198344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098AFE9C-C743-A0E0-B6DD-EBD25BED2173}"/>
              </a:ext>
            </a:extLst>
          </p:cNvPr>
          <p:cNvSpPr/>
          <p:nvPr/>
        </p:nvSpPr>
        <p:spPr>
          <a:xfrm>
            <a:off x="-265841" y="-279064"/>
            <a:ext cx="2571635" cy="1983442"/>
          </a:xfrm>
          <a:custGeom>
            <a:avLst/>
            <a:gdLst/>
            <a:ahLst/>
            <a:cxnLst/>
            <a:rect l="l" t="t" r="r" b="b"/>
            <a:pathLst>
              <a:path w="2571635" h="1983442">
                <a:moveTo>
                  <a:pt x="0" y="0"/>
                </a:moveTo>
                <a:lnTo>
                  <a:pt x="2571635" y="0"/>
                </a:lnTo>
                <a:lnTo>
                  <a:pt x="2571635" y="1983442"/>
                </a:lnTo>
                <a:lnTo>
                  <a:pt x="0" y="198344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0E50AD92-C9C6-CCDB-E967-F640B4B1E257}"/>
              </a:ext>
            </a:extLst>
          </p:cNvPr>
          <p:cNvSpPr/>
          <p:nvPr/>
        </p:nvSpPr>
        <p:spPr>
          <a:xfrm>
            <a:off x="1882707" y="-279064"/>
            <a:ext cx="2571635" cy="1983442"/>
          </a:xfrm>
          <a:custGeom>
            <a:avLst/>
            <a:gdLst/>
            <a:ahLst/>
            <a:cxnLst/>
            <a:rect l="l" t="t" r="r" b="b"/>
            <a:pathLst>
              <a:path w="2571635" h="1983442">
                <a:moveTo>
                  <a:pt x="0" y="0"/>
                </a:moveTo>
                <a:lnTo>
                  <a:pt x="2571635" y="0"/>
                </a:lnTo>
                <a:lnTo>
                  <a:pt x="2571635" y="1983442"/>
                </a:lnTo>
                <a:lnTo>
                  <a:pt x="0" y="198344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C6EE3FDF-C204-427D-23DA-61937E92F9BA}"/>
              </a:ext>
            </a:extLst>
          </p:cNvPr>
          <p:cNvSpPr/>
          <p:nvPr/>
        </p:nvSpPr>
        <p:spPr>
          <a:xfrm>
            <a:off x="4031255" y="-279064"/>
            <a:ext cx="2571635" cy="1983442"/>
          </a:xfrm>
          <a:custGeom>
            <a:avLst/>
            <a:gdLst/>
            <a:ahLst/>
            <a:cxnLst/>
            <a:rect l="l" t="t" r="r" b="b"/>
            <a:pathLst>
              <a:path w="2571635" h="1983442">
                <a:moveTo>
                  <a:pt x="0" y="0"/>
                </a:moveTo>
                <a:lnTo>
                  <a:pt x="2571634" y="0"/>
                </a:lnTo>
                <a:lnTo>
                  <a:pt x="2571634" y="1983442"/>
                </a:lnTo>
                <a:lnTo>
                  <a:pt x="0" y="198344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48EDD8B9-7FC0-5312-84CF-7DB3870E0E49}"/>
              </a:ext>
            </a:extLst>
          </p:cNvPr>
          <p:cNvSpPr/>
          <p:nvPr/>
        </p:nvSpPr>
        <p:spPr>
          <a:xfrm>
            <a:off x="6179802" y="-279064"/>
            <a:ext cx="2571635" cy="1983442"/>
          </a:xfrm>
          <a:custGeom>
            <a:avLst/>
            <a:gdLst/>
            <a:ahLst/>
            <a:cxnLst/>
            <a:rect l="l" t="t" r="r" b="b"/>
            <a:pathLst>
              <a:path w="2571635" h="1983442">
                <a:moveTo>
                  <a:pt x="0" y="0"/>
                </a:moveTo>
                <a:lnTo>
                  <a:pt x="2571635" y="0"/>
                </a:lnTo>
                <a:lnTo>
                  <a:pt x="2571635" y="1983442"/>
                </a:lnTo>
                <a:lnTo>
                  <a:pt x="0" y="198344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>
            <a:extLst>
              <a:ext uri="{FF2B5EF4-FFF2-40B4-BE49-F238E27FC236}">
                <a16:creationId xmlns:a16="http://schemas.microsoft.com/office/drawing/2014/main" id="{BD04DC70-DBAA-4544-24C2-1D3104132ACF}"/>
              </a:ext>
            </a:extLst>
          </p:cNvPr>
          <p:cNvSpPr/>
          <p:nvPr/>
        </p:nvSpPr>
        <p:spPr>
          <a:xfrm>
            <a:off x="8328350" y="-279064"/>
            <a:ext cx="2571635" cy="1983442"/>
          </a:xfrm>
          <a:custGeom>
            <a:avLst/>
            <a:gdLst/>
            <a:ahLst/>
            <a:cxnLst/>
            <a:rect l="l" t="t" r="r" b="b"/>
            <a:pathLst>
              <a:path w="2571635" h="1983442">
                <a:moveTo>
                  <a:pt x="0" y="0"/>
                </a:moveTo>
                <a:lnTo>
                  <a:pt x="2571635" y="0"/>
                </a:lnTo>
                <a:lnTo>
                  <a:pt x="2571635" y="1983442"/>
                </a:lnTo>
                <a:lnTo>
                  <a:pt x="0" y="198344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>
            <a:extLst>
              <a:ext uri="{FF2B5EF4-FFF2-40B4-BE49-F238E27FC236}">
                <a16:creationId xmlns:a16="http://schemas.microsoft.com/office/drawing/2014/main" id="{CEA55AAF-00C6-2D58-4C0F-FDF375A5121B}"/>
              </a:ext>
            </a:extLst>
          </p:cNvPr>
          <p:cNvSpPr/>
          <p:nvPr/>
        </p:nvSpPr>
        <p:spPr>
          <a:xfrm>
            <a:off x="10476898" y="-279064"/>
            <a:ext cx="2571635" cy="1983442"/>
          </a:xfrm>
          <a:custGeom>
            <a:avLst/>
            <a:gdLst/>
            <a:ahLst/>
            <a:cxnLst/>
            <a:rect l="l" t="t" r="r" b="b"/>
            <a:pathLst>
              <a:path w="2571635" h="1983442">
                <a:moveTo>
                  <a:pt x="0" y="0"/>
                </a:moveTo>
                <a:lnTo>
                  <a:pt x="2571635" y="0"/>
                </a:lnTo>
                <a:lnTo>
                  <a:pt x="2571635" y="1983442"/>
                </a:lnTo>
                <a:lnTo>
                  <a:pt x="0" y="198344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>
            <a:extLst>
              <a:ext uri="{FF2B5EF4-FFF2-40B4-BE49-F238E27FC236}">
                <a16:creationId xmlns:a16="http://schemas.microsoft.com/office/drawing/2014/main" id="{AE6A5B5F-2834-6CAD-D8B7-2EBB59522809}"/>
              </a:ext>
            </a:extLst>
          </p:cNvPr>
          <p:cNvSpPr/>
          <p:nvPr/>
        </p:nvSpPr>
        <p:spPr>
          <a:xfrm>
            <a:off x="14772558" y="-279064"/>
            <a:ext cx="2571635" cy="1983442"/>
          </a:xfrm>
          <a:custGeom>
            <a:avLst/>
            <a:gdLst/>
            <a:ahLst/>
            <a:cxnLst/>
            <a:rect l="l" t="t" r="r" b="b"/>
            <a:pathLst>
              <a:path w="2571635" h="1983442">
                <a:moveTo>
                  <a:pt x="0" y="0"/>
                </a:moveTo>
                <a:lnTo>
                  <a:pt x="2571634" y="0"/>
                </a:lnTo>
                <a:lnTo>
                  <a:pt x="2571634" y="1983442"/>
                </a:lnTo>
                <a:lnTo>
                  <a:pt x="0" y="198344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>
            <a:extLst>
              <a:ext uri="{FF2B5EF4-FFF2-40B4-BE49-F238E27FC236}">
                <a16:creationId xmlns:a16="http://schemas.microsoft.com/office/drawing/2014/main" id="{A9542539-D047-860E-21FB-402143BCB1FC}"/>
              </a:ext>
            </a:extLst>
          </p:cNvPr>
          <p:cNvSpPr/>
          <p:nvPr/>
        </p:nvSpPr>
        <p:spPr>
          <a:xfrm>
            <a:off x="16919670" y="-279064"/>
            <a:ext cx="2571635" cy="1983442"/>
          </a:xfrm>
          <a:custGeom>
            <a:avLst/>
            <a:gdLst/>
            <a:ahLst/>
            <a:cxnLst/>
            <a:rect l="l" t="t" r="r" b="b"/>
            <a:pathLst>
              <a:path w="2571635" h="1983442">
                <a:moveTo>
                  <a:pt x="0" y="0"/>
                </a:moveTo>
                <a:lnTo>
                  <a:pt x="2571635" y="0"/>
                </a:lnTo>
                <a:lnTo>
                  <a:pt x="2571635" y="1983442"/>
                </a:lnTo>
                <a:lnTo>
                  <a:pt x="0" y="198344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26" name="Freeform 26">
            <a:extLst>
              <a:ext uri="{FF2B5EF4-FFF2-40B4-BE49-F238E27FC236}">
                <a16:creationId xmlns:a16="http://schemas.microsoft.com/office/drawing/2014/main" id="{C392C91D-248C-0D9F-8DC6-D3BC6E1243D9}"/>
              </a:ext>
            </a:extLst>
          </p:cNvPr>
          <p:cNvSpPr/>
          <p:nvPr/>
        </p:nvSpPr>
        <p:spPr>
          <a:xfrm>
            <a:off x="15114387" y="854752"/>
            <a:ext cx="2307253" cy="2583953"/>
          </a:xfrm>
          <a:custGeom>
            <a:avLst/>
            <a:gdLst/>
            <a:ahLst/>
            <a:cxnLst/>
            <a:rect l="l" t="t" r="r" b="b"/>
            <a:pathLst>
              <a:path w="2307253" h="2583953">
                <a:moveTo>
                  <a:pt x="0" y="0"/>
                </a:moveTo>
                <a:lnTo>
                  <a:pt x="2307253" y="0"/>
                </a:lnTo>
                <a:lnTo>
                  <a:pt x="2307253" y="2583953"/>
                </a:lnTo>
                <a:lnTo>
                  <a:pt x="0" y="258395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B93374F-4F9F-37D3-C5BD-16E5E6A9C39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76134" y="2559130"/>
            <a:ext cx="13486310" cy="6491544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pic>
        <p:nvPicPr>
          <p:cNvPr id="5" name="Picture 4" descr="A logo with blue and orange text&#10;&#10;Description automatically generated">
            <a:extLst>
              <a:ext uri="{FF2B5EF4-FFF2-40B4-BE49-F238E27FC236}">
                <a16:creationId xmlns:a16="http://schemas.microsoft.com/office/drawing/2014/main" id="{D7C4DF57-843E-B031-42DD-0C91CCD6F93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1000" y="211592"/>
            <a:ext cx="2209800" cy="2352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97086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B1456A-2795-1911-4A8D-CE1A7284D6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92454D08-F8B4-E072-209F-723EDD0426D9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D16F5CE5-BD07-1EB9-335A-0C28792F89CD}"/>
              </a:ext>
            </a:extLst>
          </p:cNvPr>
          <p:cNvSpPr/>
          <p:nvPr/>
        </p:nvSpPr>
        <p:spPr>
          <a:xfrm>
            <a:off x="12625445" y="-279064"/>
            <a:ext cx="2571635" cy="1983442"/>
          </a:xfrm>
          <a:custGeom>
            <a:avLst/>
            <a:gdLst/>
            <a:ahLst/>
            <a:cxnLst/>
            <a:rect l="l" t="t" r="r" b="b"/>
            <a:pathLst>
              <a:path w="2571635" h="1983442">
                <a:moveTo>
                  <a:pt x="0" y="0"/>
                </a:moveTo>
                <a:lnTo>
                  <a:pt x="2571635" y="0"/>
                </a:lnTo>
                <a:lnTo>
                  <a:pt x="2571635" y="1983442"/>
                </a:lnTo>
                <a:lnTo>
                  <a:pt x="0" y="198344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3DE8C3F2-8A64-D2A2-E7F6-9C98098B6139}"/>
              </a:ext>
            </a:extLst>
          </p:cNvPr>
          <p:cNvSpPr/>
          <p:nvPr/>
        </p:nvSpPr>
        <p:spPr>
          <a:xfrm>
            <a:off x="-265841" y="-279064"/>
            <a:ext cx="2571635" cy="1983442"/>
          </a:xfrm>
          <a:custGeom>
            <a:avLst/>
            <a:gdLst/>
            <a:ahLst/>
            <a:cxnLst/>
            <a:rect l="l" t="t" r="r" b="b"/>
            <a:pathLst>
              <a:path w="2571635" h="1983442">
                <a:moveTo>
                  <a:pt x="0" y="0"/>
                </a:moveTo>
                <a:lnTo>
                  <a:pt x="2571635" y="0"/>
                </a:lnTo>
                <a:lnTo>
                  <a:pt x="2571635" y="1983442"/>
                </a:lnTo>
                <a:lnTo>
                  <a:pt x="0" y="198344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B62E934D-45F1-7C14-1FB9-B352ED4B3C86}"/>
              </a:ext>
            </a:extLst>
          </p:cNvPr>
          <p:cNvSpPr/>
          <p:nvPr/>
        </p:nvSpPr>
        <p:spPr>
          <a:xfrm>
            <a:off x="1882707" y="-279064"/>
            <a:ext cx="2571635" cy="1983442"/>
          </a:xfrm>
          <a:custGeom>
            <a:avLst/>
            <a:gdLst/>
            <a:ahLst/>
            <a:cxnLst/>
            <a:rect l="l" t="t" r="r" b="b"/>
            <a:pathLst>
              <a:path w="2571635" h="1983442">
                <a:moveTo>
                  <a:pt x="0" y="0"/>
                </a:moveTo>
                <a:lnTo>
                  <a:pt x="2571635" y="0"/>
                </a:lnTo>
                <a:lnTo>
                  <a:pt x="2571635" y="1983442"/>
                </a:lnTo>
                <a:lnTo>
                  <a:pt x="0" y="198344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81449F96-3274-B7C6-5755-2FE9F1177E5A}"/>
              </a:ext>
            </a:extLst>
          </p:cNvPr>
          <p:cNvSpPr/>
          <p:nvPr/>
        </p:nvSpPr>
        <p:spPr>
          <a:xfrm>
            <a:off x="4031255" y="-279064"/>
            <a:ext cx="2571635" cy="1983442"/>
          </a:xfrm>
          <a:custGeom>
            <a:avLst/>
            <a:gdLst/>
            <a:ahLst/>
            <a:cxnLst/>
            <a:rect l="l" t="t" r="r" b="b"/>
            <a:pathLst>
              <a:path w="2571635" h="1983442">
                <a:moveTo>
                  <a:pt x="0" y="0"/>
                </a:moveTo>
                <a:lnTo>
                  <a:pt x="2571634" y="0"/>
                </a:lnTo>
                <a:lnTo>
                  <a:pt x="2571634" y="1983442"/>
                </a:lnTo>
                <a:lnTo>
                  <a:pt x="0" y="198344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8859BAE1-7086-4AC6-2133-29B6C239EA81}"/>
              </a:ext>
            </a:extLst>
          </p:cNvPr>
          <p:cNvSpPr/>
          <p:nvPr/>
        </p:nvSpPr>
        <p:spPr>
          <a:xfrm>
            <a:off x="6179802" y="-279064"/>
            <a:ext cx="2571635" cy="1983442"/>
          </a:xfrm>
          <a:custGeom>
            <a:avLst/>
            <a:gdLst/>
            <a:ahLst/>
            <a:cxnLst/>
            <a:rect l="l" t="t" r="r" b="b"/>
            <a:pathLst>
              <a:path w="2571635" h="1983442">
                <a:moveTo>
                  <a:pt x="0" y="0"/>
                </a:moveTo>
                <a:lnTo>
                  <a:pt x="2571635" y="0"/>
                </a:lnTo>
                <a:lnTo>
                  <a:pt x="2571635" y="1983442"/>
                </a:lnTo>
                <a:lnTo>
                  <a:pt x="0" y="198344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>
            <a:extLst>
              <a:ext uri="{FF2B5EF4-FFF2-40B4-BE49-F238E27FC236}">
                <a16:creationId xmlns:a16="http://schemas.microsoft.com/office/drawing/2014/main" id="{98B81DA0-A4DE-F779-6078-13A15DC3AD97}"/>
              </a:ext>
            </a:extLst>
          </p:cNvPr>
          <p:cNvSpPr/>
          <p:nvPr/>
        </p:nvSpPr>
        <p:spPr>
          <a:xfrm>
            <a:off x="8328350" y="-279064"/>
            <a:ext cx="2571635" cy="1983442"/>
          </a:xfrm>
          <a:custGeom>
            <a:avLst/>
            <a:gdLst/>
            <a:ahLst/>
            <a:cxnLst/>
            <a:rect l="l" t="t" r="r" b="b"/>
            <a:pathLst>
              <a:path w="2571635" h="1983442">
                <a:moveTo>
                  <a:pt x="0" y="0"/>
                </a:moveTo>
                <a:lnTo>
                  <a:pt x="2571635" y="0"/>
                </a:lnTo>
                <a:lnTo>
                  <a:pt x="2571635" y="1983442"/>
                </a:lnTo>
                <a:lnTo>
                  <a:pt x="0" y="198344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>
            <a:extLst>
              <a:ext uri="{FF2B5EF4-FFF2-40B4-BE49-F238E27FC236}">
                <a16:creationId xmlns:a16="http://schemas.microsoft.com/office/drawing/2014/main" id="{F884457E-FE6E-06EE-A48B-489D8BC953C3}"/>
              </a:ext>
            </a:extLst>
          </p:cNvPr>
          <p:cNvSpPr/>
          <p:nvPr/>
        </p:nvSpPr>
        <p:spPr>
          <a:xfrm>
            <a:off x="10476898" y="-279064"/>
            <a:ext cx="2571635" cy="1983442"/>
          </a:xfrm>
          <a:custGeom>
            <a:avLst/>
            <a:gdLst/>
            <a:ahLst/>
            <a:cxnLst/>
            <a:rect l="l" t="t" r="r" b="b"/>
            <a:pathLst>
              <a:path w="2571635" h="1983442">
                <a:moveTo>
                  <a:pt x="0" y="0"/>
                </a:moveTo>
                <a:lnTo>
                  <a:pt x="2571635" y="0"/>
                </a:lnTo>
                <a:lnTo>
                  <a:pt x="2571635" y="1983442"/>
                </a:lnTo>
                <a:lnTo>
                  <a:pt x="0" y="198344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>
            <a:extLst>
              <a:ext uri="{FF2B5EF4-FFF2-40B4-BE49-F238E27FC236}">
                <a16:creationId xmlns:a16="http://schemas.microsoft.com/office/drawing/2014/main" id="{DB0949BD-4F3A-ACCC-44D4-BFCF8CD1B425}"/>
              </a:ext>
            </a:extLst>
          </p:cNvPr>
          <p:cNvSpPr/>
          <p:nvPr/>
        </p:nvSpPr>
        <p:spPr>
          <a:xfrm>
            <a:off x="14772558" y="-279064"/>
            <a:ext cx="2571635" cy="1983442"/>
          </a:xfrm>
          <a:custGeom>
            <a:avLst/>
            <a:gdLst/>
            <a:ahLst/>
            <a:cxnLst/>
            <a:rect l="l" t="t" r="r" b="b"/>
            <a:pathLst>
              <a:path w="2571635" h="1983442">
                <a:moveTo>
                  <a:pt x="0" y="0"/>
                </a:moveTo>
                <a:lnTo>
                  <a:pt x="2571634" y="0"/>
                </a:lnTo>
                <a:lnTo>
                  <a:pt x="2571634" y="1983442"/>
                </a:lnTo>
                <a:lnTo>
                  <a:pt x="0" y="198344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>
            <a:extLst>
              <a:ext uri="{FF2B5EF4-FFF2-40B4-BE49-F238E27FC236}">
                <a16:creationId xmlns:a16="http://schemas.microsoft.com/office/drawing/2014/main" id="{AF86B3FC-90B3-00B1-55AA-DEF8AEF16FE8}"/>
              </a:ext>
            </a:extLst>
          </p:cNvPr>
          <p:cNvSpPr/>
          <p:nvPr/>
        </p:nvSpPr>
        <p:spPr>
          <a:xfrm>
            <a:off x="16919670" y="-279064"/>
            <a:ext cx="2571635" cy="1983442"/>
          </a:xfrm>
          <a:custGeom>
            <a:avLst/>
            <a:gdLst/>
            <a:ahLst/>
            <a:cxnLst/>
            <a:rect l="l" t="t" r="r" b="b"/>
            <a:pathLst>
              <a:path w="2571635" h="1983442">
                <a:moveTo>
                  <a:pt x="0" y="0"/>
                </a:moveTo>
                <a:lnTo>
                  <a:pt x="2571635" y="0"/>
                </a:lnTo>
                <a:lnTo>
                  <a:pt x="2571635" y="1983442"/>
                </a:lnTo>
                <a:lnTo>
                  <a:pt x="0" y="198344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26" name="Freeform 26">
            <a:extLst>
              <a:ext uri="{FF2B5EF4-FFF2-40B4-BE49-F238E27FC236}">
                <a16:creationId xmlns:a16="http://schemas.microsoft.com/office/drawing/2014/main" id="{72A47DB4-79CC-3728-6E5A-B77646E71D52}"/>
              </a:ext>
            </a:extLst>
          </p:cNvPr>
          <p:cNvSpPr/>
          <p:nvPr/>
        </p:nvSpPr>
        <p:spPr>
          <a:xfrm>
            <a:off x="15114387" y="854752"/>
            <a:ext cx="2307253" cy="2583953"/>
          </a:xfrm>
          <a:custGeom>
            <a:avLst/>
            <a:gdLst/>
            <a:ahLst/>
            <a:cxnLst/>
            <a:rect l="l" t="t" r="r" b="b"/>
            <a:pathLst>
              <a:path w="2307253" h="2583953">
                <a:moveTo>
                  <a:pt x="0" y="0"/>
                </a:moveTo>
                <a:lnTo>
                  <a:pt x="2307253" y="0"/>
                </a:lnTo>
                <a:lnTo>
                  <a:pt x="2307253" y="2583953"/>
                </a:lnTo>
                <a:lnTo>
                  <a:pt x="0" y="258395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651FDFF-E4A4-1D49-B9B5-06B8AC5A74B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08479" y="1983442"/>
            <a:ext cx="10337099" cy="7548485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pic>
        <p:nvPicPr>
          <p:cNvPr id="4" name="Picture 3" descr="A logo with blue and orange text&#10;&#10;Description automatically generated">
            <a:extLst>
              <a:ext uri="{FF2B5EF4-FFF2-40B4-BE49-F238E27FC236}">
                <a16:creationId xmlns:a16="http://schemas.microsoft.com/office/drawing/2014/main" id="{AABCDD7B-5CCB-42A2-A0E5-B03DCFECC75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1000" y="211592"/>
            <a:ext cx="2209800" cy="2352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30777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65DE8B-7756-01A4-1667-361FD6F362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4E339FC8-C965-0121-3926-4A96969361B2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E6FE1FD5-3B16-1FC6-6522-2B72DF7AC97D}"/>
              </a:ext>
            </a:extLst>
          </p:cNvPr>
          <p:cNvSpPr/>
          <p:nvPr/>
        </p:nvSpPr>
        <p:spPr>
          <a:xfrm>
            <a:off x="12625445" y="-279064"/>
            <a:ext cx="2571635" cy="1983442"/>
          </a:xfrm>
          <a:custGeom>
            <a:avLst/>
            <a:gdLst/>
            <a:ahLst/>
            <a:cxnLst/>
            <a:rect l="l" t="t" r="r" b="b"/>
            <a:pathLst>
              <a:path w="2571635" h="1983442">
                <a:moveTo>
                  <a:pt x="0" y="0"/>
                </a:moveTo>
                <a:lnTo>
                  <a:pt x="2571635" y="0"/>
                </a:lnTo>
                <a:lnTo>
                  <a:pt x="2571635" y="1983442"/>
                </a:lnTo>
                <a:lnTo>
                  <a:pt x="0" y="198344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F31DDA93-BADC-3D9D-5844-8DDA94959275}"/>
              </a:ext>
            </a:extLst>
          </p:cNvPr>
          <p:cNvSpPr/>
          <p:nvPr/>
        </p:nvSpPr>
        <p:spPr>
          <a:xfrm>
            <a:off x="-265841" y="-279064"/>
            <a:ext cx="2571635" cy="1983442"/>
          </a:xfrm>
          <a:custGeom>
            <a:avLst/>
            <a:gdLst/>
            <a:ahLst/>
            <a:cxnLst/>
            <a:rect l="l" t="t" r="r" b="b"/>
            <a:pathLst>
              <a:path w="2571635" h="1983442">
                <a:moveTo>
                  <a:pt x="0" y="0"/>
                </a:moveTo>
                <a:lnTo>
                  <a:pt x="2571635" y="0"/>
                </a:lnTo>
                <a:lnTo>
                  <a:pt x="2571635" y="1983442"/>
                </a:lnTo>
                <a:lnTo>
                  <a:pt x="0" y="198344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1700F577-92D7-1E3D-D158-A74B124DBD5B}"/>
              </a:ext>
            </a:extLst>
          </p:cNvPr>
          <p:cNvSpPr/>
          <p:nvPr/>
        </p:nvSpPr>
        <p:spPr>
          <a:xfrm>
            <a:off x="1882707" y="-279064"/>
            <a:ext cx="2571635" cy="1983442"/>
          </a:xfrm>
          <a:custGeom>
            <a:avLst/>
            <a:gdLst/>
            <a:ahLst/>
            <a:cxnLst/>
            <a:rect l="l" t="t" r="r" b="b"/>
            <a:pathLst>
              <a:path w="2571635" h="1983442">
                <a:moveTo>
                  <a:pt x="0" y="0"/>
                </a:moveTo>
                <a:lnTo>
                  <a:pt x="2571635" y="0"/>
                </a:lnTo>
                <a:lnTo>
                  <a:pt x="2571635" y="1983442"/>
                </a:lnTo>
                <a:lnTo>
                  <a:pt x="0" y="198344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ED1F1289-20CC-F36E-81EE-92AC0625C1F5}"/>
              </a:ext>
            </a:extLst>
          </p:cNvPr>
          <p:cNvSpPr/>
          <p:nvPr/>
        </p:nvSpPr>
        <p:spPr>
          <a:xfrm>
            <a:off x="4031255" y="-279064"/>
            <a:ext cx="2571635" cy="1983442"/>
          </a:xfrm>
          <a:custGeom>
            <a:avLst/>
            <a:gdLst/>
            <a:ahLst/>
            <a:cxnLst/>
            <a:rect l="l" t="t" r="r" b="b"/>
            <a:pathLst>
              <a:path w="2571635" h="1983442">
                <a:moveTo>
                  <a:pt x="0" y="0"/>
                </a:moveTo>
                <a:lnTo>
                  <a:pt x="2571634" y="0"/>
                </a:lnTo>
                <a:lnTo>
                  <a:pt x="2571634" y="1983442"/>
                </a:lnTo>
                <a:lnTo>
                  <a:pt x="0" y="198344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3022EB21-433B-D96A-5DBE-A9C5506C50EA}"/>
              </a:ext>
            </a:extLst>
          </p:cNvPr>
          <p:cNvSpPr/>
          <p:nvPr/>
        </p:nvSpPr>
        <p:spPr>
          <a:xfrm>
            <a:off x="6179802" y="-279064"/>
            <a:ext cx="2571635" cy="1983442"/>
          </a:xfrm>
          <a:custGeom>
            <a:avLst/>
            <a:gdLst/>
            <a:ahLst/>
            <a:cxnLst/>
            <a:rect l="l" t="t" r="r" b="b"/>
            <a:pathLst>
              <a:path w="2571635" h="1983442">
                <a:moveTo>
                  <a:pt x="0" y="0"/>
                </a:moveTo>
                <a:lnTo>
                  <a:pt x="2571635" y="0"/>
                </a:lnTo>
                <a:lnTo>
                  <a:pt x="2571635" y="1983442"/>
                </a:lnTo>
                <a:lnTo>
                  <a:pt x="0" y="198344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>
            <a:extLst>
              <a:ext uri="{FF2B5EF4-FFF2-40B4-BE49-F238E27FC236}">
                <a16:creationId xmlns:a16="http://schemas.microsoft.com/office/drawing/2014/main" id="{228DEC8F-661B-3611-829E-05C37E23967B}"/>
              </a:ext>
            </a:extLst>
          </p:cNvPr>
          <p:cNvSpPr/>
          <p:nvPr/>
        </p:nvSpPr>
        <p:spPr>
          <a:xfrm>
            <a:off x="8328350" y="-279064"/>
            <a:ext cx="2571635" cy="1983442"/>
          </a:xfrm>
          <a:custGeom>
            <a:avLst/>
            <a:gdLst/>
            <a:ahLst/>
            <a:cxnLst/>
            <a:rect l="l" t="t" r="r" b="b"/>
            <a:pathLst>
              <a:path w="2571635" h="1983442">
                <a:moveTo>
                  <a:pt x="0" y="0"/>
                </a:moveTo>
                <a:lnTo>
                  <a:pt x="2571635" y="0"/>
                </a:lnTo>
                <a:lnTo>
                  <a:pt x="2571635" y="1983442"/>
                </a:lnTo>
                <a:lnTo>
                  <a:pt x="0" y="198344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>
            <a:extLst>
              <a:ext uri="{FF2B5EF4-FFF2-40B4-BE49-F238E27FC236}">
                <a16:creationId xmlns:a16="http://schemas.microsoft.com/office/drawing/2014/main" id="{D4AC59D7-CE1A-B325-3BDD-52DE4BAEE31E}"/>
              </a:ext>
            </a:extLst>
          </p:cNvPr>
          <p:cNvSpPr/>
          <p:nvPr/>
        </p:nvSpPr>
        <p:spPr>
          <a:xfrm>
            <a:off x="10476898" y="-279064"/>
            <a:ext cx="2571635" cy="1983442"/>
          </a:xfrm>
          <a:custGeom>
            <a:avLst/>
            <a:gdLst/>
            <a:ahLst/>
            <a:cxnLst/>
            <a:rect l="l" t="t" r="r" b="b"/>
            <a:pathLst>
              <a:path w="2571635" h="1983442">
                <a:moveTo>
                  <a:pt x="0" y="0"/>
                </a:moveTo>
                <a:lnTo>
                  <a:pt x="2571635" y="0"/>
                </a:lnTo>
                <a:lnTo>
                  <a:pt x="2571635" y="1983442"/>
                </a:lnTo>
                <a:lnTo>
                  <a:pt x="0" y="198344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>
            <a:extLst>
              <a:ext uri="{FF2B5EF4-FFF2-40B4-BE49-F238E27FC236}">
                <a16:creationId xmlns:a16="http://schemas.microsoft.com/office/drawing/2014/main" id="{26E06A9C-FDCA-4D47-D8CE-E9B8B0133FDC}"/>
              </a:ext>
            </a:extLst>
          </p:cNvPr>
          <p:cNvSpPr/>
          <p:nvPr/>
        </p:nvSpPr>
        <p:spPr>
          <a:xfrm>
            <a:off x="14772558" y="-279064"/>
            <a:ext cx="2571635" cy="1983442"/>
          </a:xfrm>
          <a:custGeom>
            <a:avLst/>
            <a:gdLst/>
            <a:ahLst/>
            <a:cxnLst/>
            <a:rect l="l" t="t" r="r" b="b"/>
            <a:pathLst>
              <a:path w="2571635" h="1983442">
                <a:moveTo>
                  <a:pt x="0" y="0"/>
                </a:moveTo>
                <a:lnTo>
                  <a:pt x="2571634" y="0"/>
                </a:lnTo>
                <a:lnTo>
                  <a:pt x="2571634" y="1983442"/>
                </a:lnTo>
                <a:lnTo>
                  <a:pt x="0" y="198344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>
            <a:extLst>
              <a:ext uri="{FF2B5EF4-FFF2-40B4-BE49-F238E27FC236}">
                <a16:creationId xmlns:a16="http://schemas.microsoft.com/office/drawing/2014/main" id="{C6B8D38F-ED0B-F5BA-C802-B08A93BAB6D9}"/>
              </a:ext>
            </a:extLst>
          </p:cNvPr>
          <p:cNvSpPr/>
          <p:nvPr/>
        </p:nvSpPr>
        <p:spPr>
          <a:xfrm>
            <a:off x="16919670" y="-279064"/>
            <a:ext cx="2571635" cy="1983442"/>
          </a:xfrm>
          <a:custGeom>
            <a:avLst/>
            <a:gdLst/>
            <a:ahLst/>
            <a:cxnLst/>
            <a:rect l="l" t="t" r="r" b="b"/>
            <a:pathLst>
              <a:path w="2571635" h="1983442">
                <a:moveTo>
                  <a:pt x="0" y="0"/>
                </a:moveTo>
                <a:lnTo>
                  <a:pt x="2571635" y="0"/>
                </a:lnTo>
                <a:lnTo>
                  <a:pt x="2571635" y="1983442"/>
                </a:lnTo>
                <a:lnTo>
                  <a:pt x="0" y="198344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26" name="Freeform 26">
            <a:extLst>
              <a:ext uri="{FF2B5EF4-FFF2-40B4-BE49-F238E27FC236}">
                <a16:creationId xmlns:a16="http://schemas.microsoft.com/office/drawing/2014/main" id="{BEA49B1B-3644-6812-D9D8-309122F61413}"/>
              </a:ext>
            </a:extLst>
          </p:cNvPr>
          <p:cNvSpPr/>
          <p:nvPr/>
        </p:nvSpPr>
        <p:spPr>
          <a:xfrm>
            <a:off x="15114387" y="854752"/>
            <a:ext cx="2307253" cy="2583953"/>
          </a:xfrm>
          <a:custGeom>
            <a:avLst/>
            <a:gdLst/>
            <a:ahLst/>
            <a:cxnLst/>
            <a:rect l="l" t="t" r="r" b="b"/>
            <a:pathLst>
              <a:path w="2307253" h="2583953">
                <a:moveTo>
                  <a:pt x="0" y="0"/>
                </a:moveTo>
                <a:lnTo>
                  <a:pt x="2307253" y="0"/>
                </a:lnTo>
                <a:lnTo>
                  <a:pt x="2307253" y="2583953"/>
                </a:lnTo>
                <a:lnTo>
                  <a:pt x="0" y="258395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636545D-83DE-A11E-5220-BC02E3329A2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64240" y="2400300"/>
            <a:ext cx="13750148" cy="6729161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pic>
        <p:nvPicPr>
          <p:cNvPr id="4" name="Picture 3" descr="A logo with blue and orange text&#10;&#10;Description automatically generated">
            <a:extLst>
              <a:ext uri="{FF2B5EF4-FFF2-40B4-BE49-F238E27FC236}">
                <a16:creationId xmlns:a16="http://schemas.microsoft.com/office/drawing/2014/main" id="{3B5C0163-EE7A-6065-85D7-339AF5F7243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1000" y="211592"/>
            <a:ext cx="2209800" cy="2352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046212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63FCEF-50E4-F520-CC7A-A01F29D99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BF778293-EC33-7FE7-4E8A-829D82332536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D1FD29CA-4661-5387-E2A3-C8440CB70B41}"/>
              </a:ext>
            </a:extLst>
          </p:cNvPr>
          <p:cNvSpPr/>
          <p:nvPr/>
        </p:nvSpPr>
        <p:spPr>
          <a:xfrm>
            <a:off x="12625445" y="-279064"/>
            <a:ext cx="2571635" cy="1983442"/>
          </a:xfrm>
          <a:custGeom>
            <a:avLst/>
            <a:gdLst/>
            <a:ahLst/>
            <a:cxnLst/>
            <a:rect l="l" t="t" r="r" b="b"/>
            <a:pathLst>
              <a:path w="2571635" h="1983442">
                <a:moveTo>
                  <a:pt x="0" y="0"/>
                </a:moveTo>
                <a:lnTo>
                  <a:pt x="2571635" y="0"/>
                </a:lnTo>
                <a:lnTo>
                  <a:pt x="2571635" y="1983442"/>
                </a:lnTo>
                <a:lnTo>
                  <a:pt x="0" y="198344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50D57928-1830-E90D-4D8E-2497D6C9EE4F}"/>
              </a:ext>
            </a:extLst>
          </p:cNvPr>
          <p:cNvSpPr/>
          <p:nvPr/>
        </p:nvSpPr>
        <p:spPr>
          <a:xfrm>
            <a:off x="-265841" y="-279064"/>
            <a:ext cx="2571635" cy="1983442"/>
          </a:xfrm>
          <a:custGeom>
            <a:avLst/>
            <a:gdLst/>
            <a:ahLst/>
            <a:cxnLst/>
            <a:rect l="l" t="t" r="r" b="b"/>
            <a:pathLst>
              <a:path w="2571635" h="1983442">
                <a:moveTo>
                  <a:pt x="0" y="0"/>
                </a:moveTo>
                <a:lnTo>
                  <a:pt x="2571635" y="0"/>
                </a:lnTo>
                <a:lnTo>
                  <a:pt x="2571635" y="1983442"/>
                </a:lnTo>
                <a:lnTo>
                  <a:pt x="0" y="198344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7CA95CF2-FB13-9117-05E0-9FE7D7310041}"/>
              </a:ext>
            </a:extLst>
          </p:cNvPr>
          <p:cNvSpPr/>
          <p:nvPr/>
        </p:nvSpPr>
        <p:spPr>
          <a:xfrm>
            <a:off x="1882707" y="-279064"/>
            <a:ext cx="2571635" cy="1983442"/>
          </a:xfrm>
          <a:custGeom>
            <a:avLst/>
            <a:gdLst/>
            <a:ahLst/>
            <a:cxnLst/>
            <a:rect l="l" t="t" r="r" b="b"/>
            <a:pathLst>
              <a:path w="2571635" h="1983442">
                <a:moveTo>
                  <a:pt x="0" y="0"/>
                </a:moveTo>
                <a:lnTo>
                  <a:pt x="2571635" y="0"/>
                </a:lnTo>
                <a:lnTo>
                  <a:pt x="2571635" y="1983442"/>
                </a:lnTo>
                <a:lnTo>
                  <a:pt x="0" y="198344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21AA586E-211D-8522-1409-C1924DA3294E}"/>
              </a:ext>
            </a:extLst>
          </p:cNvPr>
          <p:cNvSpPr/>
          <p:nvPr/>
        </p:nvSpPr>
        <p:spPr>
          <a:xfrm>
            <a:off x="4031255" y="-279064"/>
            <a:ext cx="2571635" cy="1983442"/>
          </a:xfrm>
          <a:custGeom>
            <a:avLst/>
            <a:gdLst/>
            <a:ahLst/>
            <a:cxnLst/>
            <a:rect l="l" t="t" r="r" b="b"/>
            <a:pathLst>
              <a:path w="2571635" h="1983442">
                <a:moveTo>
                  <a:pt x="0" y="0"/>
                </a:moveTo>
                <a:lnTo>
                  <a:pt x="2571634" y="0"/>
                </a:lnTo>
                <a:lnTo>
                  <a:pt x="2571634" y="1983442"/>
                </a:lnTo>
                <a:lnTo>
                  <a:pt x="0" y="198344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9BCCF66B-9905-DB83-BD1C-03F9700F2366}"/>
              </a:ext>
            </a:extLst>
          </p:cNvPr>
          <p:cNvSpPr/>
          <p:nvPr/>
        </p:nvSpPr>
        <p:spPr>
          <a:xfrm>
            <a:off x="6179802" y="-279064"/>
            <a:ext cx="2571635" cy="1983442"/>
          </a:xfrm>
          <a:custGeom>
            <a:avLst/>
            <a:gdLst/>
            <a:ahLst/>
            <a:cxnLst/>
            <a:rect l="l" t="t" r="r" b="b"/>
            <a:pathLst>
              <a:path w="2571635" h="1983442">
                <a:moveTo>
                  <a:pt x="0" y="0"/>
                </a:moveTo>
                <a:lnTo>
                  <a:pt x="2571635" y="0"/>
                </a:lnTo>
                <a:lnTo>
                  <a:pt x="2571635" y="1983442"/>
                </a:lnTo>
                <a:lnTo>
                  <a:pt x="0" y="198344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>
            <a:extLst>
              <a:ext uri="{FF2B5EF4-FFF2-40B4-BE49-F238E27FC236}">
                <a16:creationId xmlns:a16="http://schemas.microsoft.com/office/drawing/2014/main" id="{D7A86D3A-C88F-A468-D06E-525851720429}"/>
              </a:ext>
            </a:extLst>
          </p:cNvPr>
          <p:cNvSpPr/>
          <p:nvPr/>
        </p:nvSpPr>
        <p:spPr>
          <a:xfrm>
            <a:off x="8328350" y="-279064"/>
            <a:ext cx="2571635" cy="1983442"/>
          </a:xfrm>
          <a:custGeom>
            <a:avLst/>
            <a:gdLst/>
            <a:ahLst/>
            <a:cxnLst/>
            <a:rect l="l" t="t" r="r" b="b"/>
            <a:pathLst>
              <a:path w="2571635" h="1983442">
                <a:moveTo>
                  <a:pt x="0" y="0"/>
                </a:moveTo>
                <a:lnTo>
                  <a:pt x="2571635" y="0"/>
                </a:lnTo>
                <a:lnTo>
                  <a:pt x="2571635" y="1983442"/>
                </a:lnTo>
                <a:lnTo>
                  <a:pt x="0" y="198344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>
            <a:extLst>
              <a:ext uri="{FF2B5EF4-FFF2-40B4-BE49-F238E27FC236}">
                <a16:creationId xmlns:a16="http://schemas.microsoft.com/office/drawing/2014/main" id="{00DD6DA6-CD82-9082-4FED-D6BDEC1A6625}"/>
              </a:ext>
            </a:extLst>
          </p:cNvPr>
          <p:cNvSpPr/>
          <p:nvPr/>
        </p:nvSpPr>
        <p:spPr>
          <a:xfrm>
            <a:off x="10476898" y="-279064"/>
            <a:ext cx="2571635" cy="1983442"/>
          </a:xfrm>
          <a:custGeom>
            <a:avLst/>
            <a:gdLst/>
            <a:ahLst/>
            <a:cxnLst/>
            <a:rect l="l" t="t" r="r" b="b"/>
            <a:pathLst>
              <a:path w="2571635" h="1983442">
                <a:moveTo>
                  <a:pt x="0" y="0"/>
                </a:moveTo>
                <a:lnTo>
                  <a:pt x="2571635" y="0"/>
                </a:lnTo>
                <a:lnTo>
                  <a:pt x="2571635" y="1983442"/>
                </a:lnTo>
                <a:lnTo>
                  <a:pt x="0" y="198344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>
            <a:extLst>
              <a:ext uri="{FF2B5EF4-FFF2-40B4-BE49-F238E27FC236}">
                <a16:creationId xmlns:a16="http://schemas.microsoft.com/office/drawing/2014/main" id="{C6BB1539-8B1A-4E0D-2EFF-52EF06AFE57D}"/>
              </a:ext>
            </a:extLst>
          </p:cNvPr>
          <p:cNvSpPr/>
          <p:nvPr/>
        </p:nvSpPr>
        <p:spPr>
          <a:xfrm>
            <a:off x="14772558" y="-279064"/>
            <a:ext cx="2571635" cy="1983442"/>
          </a:xfrm>
          <a:custGeom>
            <a:avLst/>
            <a:gdLst/>
            <a:ahLst/>
            <a:cxnLst/>
            <a:rect l="l" t="t" r="r" b="b"/>
            <a:pathLst>
              <a:path w="2571635" h="1983442">
                <a:moveTo>
                  <a:pt x="0" y="0"/>
                </a:moveTo>
                <a:lnTo>
                  <a:pt x="2571634" y="0"/>
                </a:lnTo>
                <a:lnTo>
                  <a:pt x="2571634" y="1983442"/>
                </a:lnTo>
                <a:lnTo>
                  <a:pt x="0" y="198344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>
            <a:extLst>
              <a:ext uri="{FF2B5EF4-FFF2-40B4-BE49-F238E27FC236}">
                <a16:creationId xmlns:a16="http://schemas.microsoft.com/office/drawing/2014/main" id="{A08783E5-620D-943E-2675-103565D0E37E}"/>
              </a:ext>
            </a:extLst>
          </p:cNvPr>
          <p:cNvSpPr/>
          <p:nvPr/>
        </p:nvSpPr>
        <p:spPr>
          <a:xfrm>
            <a:off x="16919670" y="-279064"/>
            <a:ext cx="2571635" cy="1983442"/>
          </a:xfrm>
          <a:custGeom>
            <a:avLst/>
            <a:gdLst/>
            <a:ahLst/>
            <a:cxnLst/>
            <a:rect l="l" t="t" r="r" b="b"/>
            <a:pathLst>
              <a:path w="2571635" h="1983442">
                <a:moveTo>
                  <a:pt x="0" y="0"/>
                </a:moveTo>
                <a:lnTo>
                  <a:pt x="2571635" y="0"/>
                </a:lnTo>
                <a:lnTo>
                  <a:pt x="2571635" y="1983442"/>
                </a:lnTo>
                <a:lnTo>
                  <a:pt x="0" y="198344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26" name="Freeform 26">
            <a:extLst>
              <a:ext uri="{FF2B5EF4-FFF2-40B4-BE49-F238E27FC236}">
                <a16:creationId xmlns:a16="http://schemas.microsoft.com/office/drawing/2014/main" id="{28EF0E66-B279-0CFE-A8E7-307D29BB5958}"/>
              </a:ext>
            </a:extLst>
          </p:cNvPr>
          <p:cNvSpPr/>
          <p:nvPr/>
        </p:nvSpPr>
        <p:spPr>
          <a:xfrm>
            <a:off x="15114387" y="854752"/>
            <a:ext cx="2307253" cy="2583953"/>
          </a:xfrm>
          <a:custGeom>
            <a:avLst/>
            <a:gdLst/>
            <a:ahLst/>
            <a:cxnLst/>
            <a:rect l="l" t="t" r="r" b="b"/>
            <a:pathLst>
              <a:path w="2307253" h="2583953">
                <a:moveTo>
                  <a:pt x="0" y="0"/>
                </a:moveTo>
                <a:lnTo>
                  <a:pt x="2307253" y="0"/>
                </a:lnTo>
                <a:lnTo>
                  <a:pt x="2307253" y="2583953"/>
                </a:lnTo>
                <a:lnTo>
                  <a:pt x="0" y="258395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F156EFE-CB6C-AE66-48CA-3E9A872E473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98523" y="1409700"/>
            <a:ext cx="8126922" cy="8646087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pic>
        <p:nvPicPr>
          <p:cNvPr id="5" name="Picture 4" descr="A logo with blue and orange text&#10;&#10;Description automatically generated">
            <a:extLst>
              <a:ext uri="{FF2B5EF4-FFF2-40B4-BE49-F238E27FC236}">
                <a16:creationId xmlns:a16="http://schemas.microsoft.com/office/drawing/2014/main" id="{38ACE034-63F7-7026-C648-FDDC8FF6879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1000" y="211592"/>
            <a:ext cx="2209800" cy="2352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393981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EC6C62-A84B-E758-1C02-AC941135E3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CD92B755-307F-6DAD-7A97-7BD8D85C8DE1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0A01E23B-583B-5FBC-6436-B5EFF122194A}"/>
              </a:ext>
            </a:extLst>
          </p:cNvPr>
          <p:cNvSpPr/>
          <p:nvPr/>
        </p:nvSpPr>
        <p:spPr>
          <a:xfrm>
            <a:off x="12625445" y="-279064"/>
            <a:ext cx="2571635" cy="1983442"/>
          </a:xfrm>
          <a:custGeom>
            <a:avLst/>
            <a:gdLst/>
            <a:ahLst/>
            <a:cxnLst/>
            <a:rect l="l" t="t" r="r" b="b"/>
            <a:pathLst>
              <a:path w="2571635" h="1983442">
                <a:moveTo>
                  <a:pt x="0" y="0"/>
                </a:moveTo>
                <a:lnTo>
                  <a:pt x="2571635" y="0"/>
                </a:lnTo>
                <a:lnTo>
                  <a:pt x="2571635" y="1983442"/>
                </a:lnTo>
                <a:lnTo>
                  <a:pt x="0" y="198344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948276B9-F08F-60D9-AC49-1F45F4D7AD6B}"/>
              </a:ext>
            </a:extLst>
          </p:cNvPr>
          <p:cNvSpPr/>
          <p:nvPr/>
        </p:nvSpPr>
        <p:spPr>
          <a:xfrm>
            <a:off x="-265841" y="-279064"/>
            <a:ext cx="2571635" cy="1983442"/>
          </a:xfrm>
          <a:custGeom>
            <a:avLst/>
            <a:gdLst/>
            <a:ahLst/>
            <a:cxnLst/>
            <a:rect l="l" t="t" r="r" b="b"/>
            <a:pathLst>
              <a:path w="2571635" h="1983442">
                <a:moveTo>
                  <a:pt x="0" y="0"/>
                </a:moveTo>
                <a:lnTo>
                  <a:pt x="2571635" y="0"/>
                </a:lnTo>
                <a:lnTo>
                  <a:pt x="2571635" y="1983442"/>
                </a:lnTo>
                <a:lnTo>
                  <a:pt x="0" y="198344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EDEFA83E-5166-77A1-CC27-B862A2D8E86C}"/>
              </a:ext>
            </a:extLst>
          </p:cNvPr>
          <p:cNvSpPr/>
          <p:nvPr/>
        </p:nvSpPr>
        <p:spPr>
          <a:xfrm>
            <a:off x="1882707" y="-279064"/>
            <a:ext cx="2571635" cy="1983442"/>
          </a:xfrm>
          <a:custGeom>
            <a:avLst/>
            <a:gdLst/>
            <a:ahLst/>
            <a:cxnLst/>
            <a:rect l="l" t="t" r="r" b="b"/>
            <a:pathLst>
              <a:path w="2571635" h="1983442">
                <a:moveTo>
                  <a:pt x="0" y="0"/>
                </a:moveTo>
                <a:lnTo>
                  <a:pt x="2571635" y="0"/>
                </a:lnTo>
                <a:lnTo>
                  <a:pt x="2571635" y="1983442"/>
                </a:lnTo>
                <a:lnTo>
                  <a:pt x="0" y="198344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68608199-131E-8143-4122-18DF2CB720C2}"/>
              </a:ext>
            </a:extLst>
          </p:cNvPr>
          <p:cNvSpPr/>
          <p:nvPr/>
        </p:nvSpPr>
        <p:spPr>
          <a:xfrm>
            <a:off x="4031255" y="-279064"/>
            <a:ext cx="2571635" cy="1983442"/>
          </a:xfrm>
          <a:custGeom>
            <a:avLst/>
            <a:gdLst/>
            <a:ahLst/>
            <a:cxnLst/>
            <a:rect l="l" t="t" r="r" b="b"/>
            <a:pathLst>
              <a:path w="2571635" h="1983442">
                <a:moveTo>
                  <a:pt x="0" y="0"/>
                </a:moveTo>
                <a:lnTo>
                  <a:pt x="2571634" y="0"/>
                </a:lnTo>
                <a:lnTo>
                  <a:pt x="2571634" y="1983442"/>
                </a:lnTo>
                <a:lnTo>
                  <a:pt x="0" y="198344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C52979B1-5765-E02C-9F1D-04BBB1CC8976}"/>
              </a:ext>
            </a:extLst>
          </p:cNvPr>
          <p:cNvSpPr/>
          <p:nvPr/>
        </p:nvSpPr>
        <p:spPr>
          <a:xfrm>
            <a:off x="6179802" y="-279064"/>
            <a:ext cx="2571635" cy="1983442"/>
          </a:xfrm>
          <a:custGeom>
            <a:avLst/>
            <a:gdLst/>
            <a:ahLst/>
            <a:cxnLst/>
            <a:rect l="l" t="t" r="r" b="b"/>
            <a:pathLst>
              <a:path w="2571635" h="1983442">
                <a:moveTo>
                  <a:pt x="0" y="0"/>
                </a:moveTo>
                <a:lnTo>
                  <a:pt x="2571635" y="0"/>
                </a:lnTo>
                <a:lnTo>
                  <a:pt x="2571635" y="1983442"/>
                </a:lnTo>
                <a:lnTo>
                  <a:pt x="0" y="198344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>
            <a:extLst>
              <a:ext uri="{FF2B5EF4-FFF2-40B4-BE49-F238E27FC236}">
                <a16:creationId xmlns:a16="http://schemas.microsoft.com/office/drawing/2014/main" id="{FF85D31E-D2F5-3D5F-A3ED-91D0B62BD017}"/>
              </a:ext>
            </a:extLst>
          </p:cNvPr>
          <p:cNvSpPr/>
          <p:nvPr/>
        </p:nvSpPr>
        <p:spPr>
          <a:xfrm>
            <a:off x="8328350" y="-279064"/>
            <a:ext cx="2571635" cy="1983442"/>
          </a:xfrm>
          <a:custGeom>
            <a:avLst/>
            <a:gdLst/>
            <a:ahLst/>
            <a:cxnLst/>
            <a:rect l="l" t="t" r="r" b="b"/>
            <a:pathLst>
              <a:path w="2571635" h="1983442">
                <a:moveTo>
                  <a:pt x="0" y="0"/>
                </a:moveTo>
                <a:lnTo>
                  <a:pt x="2571635" y="0"/>
                </a:lnTo>
                <a:lnTo>
                  <a:pt x="2571635" y="1983442"/>
                </a:lnTo>
                <a:lnTo>
                  <a:pt x="0" y="198344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>
            <a:extLst>
              <a:ext uri="{FF2B5EF4-FFF2-40B4-BE49-F238E27FC236}">
                <a16:creationId xmlns:a16="http://schemas.microsoft.com/office/drawing/2014/main" id="{E574D951-FE41-07E1-1B5B-41A9326320D6}"/>
              </a:ext>
            </a:extLst>
          </p:cNvPr>
          <p:cNvSpPr/>
          <p:nvPr/>
        </p:nvSpPr>
        <p:spPr>
          <a:xfrm>
            <a:off x="10476898" y="-279064"/>
            <a:ext cx="2571635" cy="1983442"/>
          </a:xfrm>
          <a:custGeom>
            <a:avLst/>
            <a:gdLst/>
            <a:ahLst/>
            <a:cxnLst/>
            <a:rect l="l" t="t" r="r" b="b"/>
            <a:pathLst>
              <a:path w="2571635" h="1983442">
                <a:moveTo>
                  <a:pt x="0" y="0"/>
                </a:moveTo>
                <a:lnTo>
                  <a:pt x="2571635" y="0"/>
                </a:lnTo>
                <a:lnTo>
                  <a:pt x="2571635" y="1983442"/>
                </a:lnTo>
                <a:lnTo>
                  <a:pt x="0" y="198344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>
            <a:extLst>
              <a:ext uri="{FF2B5EF4-FFF2-40B4-BE49-F238E27FC236}">
                <a16:creationId xmlns:a16="http://schemas.microsoft.com/office/drawing/2014/main" id="{3BD24D1B-6A1B-F84D-322C-213B7532801D}"/>
              </a:ext>
            </a:extLst>
          </p:cNvPr>
          <p:cNvSpPr/>
          <p:nvPr/>
        </p:nvSpPr>
        <p:spPr>
          <a:xfrm>
            <a:off x="14772558" y="-279064"/>
            <a:ext cx="2571635" cy="1983442"/>
          </a:xfrm>
          <a:custGeom>
            <a:avLst/>
            <a:gdLst/>
            <a:ahLst/>
            <a:cxnLst/>
            <a:rect l="l" t="t" r="r" b="b"/>
            <a:pathLst>
              <a:path w="2571635" h="1983442">
                <a:moveTo>
                  <a:pt x="0" y="0"/>
                </a:moveTo>
                <a:lnTo>
                  <a:pt x="2571634" y="0"/>
                </a:lnTo>
                <a:lnTo>
                  <a:pt x="2571634" y="1983442"/>
                </a:lnTo>
                <a:lnTo>
                  <a:pt x="0" y="198344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>
            <a:extLst>
              <a:ext uri="{FF2B5EF4-FFF2-40B4-BE49-F238E27FC236}">
                <a16:creationId xmlns:a16="http://schemas.microsoft.com/office/drawing/2014/main" id="{D4956736-7B57-74DE-DEBA-599E0754C0DB}"/>
              </a:ext>
            </a:extLst>
          </p:cNvPr>
          <p:cNvSpPr/>
          <p:nvPr/>
        </p:nvSpPr>
        <p:spPr>
          <a:xfrm>
            <a:off x="16919670" y="-279064"/>
            <a:ext cx="2571635" cy="1983442"/>
          </a:xfrm>
          <a:custGeom>
            <a:avLst/>
            <a:gdLst/>
            <a:ahLst/>
            <a:cxnLst/>
            <a:rect l="l" t="t" r="r" b="b"/>
            <a:pathLst>
              <a:path w="2571635" h="1983442">
                <a:moveTo>
                  <a:pt x="0" y="0"/>
                </a:moveTo>
                <a:lnTo>
                  <a:pt x="2571635" y="0"/>
                </a:lnTo>
                <a:lnTo>
                  <a:pt x="2571635" y="1983442"/>
                </a:lnTo>
                <a:lnTo>
                  <a:pt x="0" y="198344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26" name="Freeform 26">
            <a:extLst>
              <a:ext uri="{FF2B5EF4-FFF2-40B4-BE49-F238E27FC236}">
                <a16:creationId xmlns:a16="http://schemas.microsoft.com/office/drawing/2014/main" id="{03B73993-8C10-5EA0-013D-5191A6646B1D}"/>
              </a:ext>
            </a:extLst>
          </p:cNvPr>
          <p:cNvSpPr/>
          <p:nvPr/>
        </p:nvSpPr>
        <p:spPr>
          <a:xfrm>
            <a:off x="15114387" y="854752"/>
            <a:ext cx="2307253" cy="2583953"/>
          </a:xfrm>
          <a:custGeom>
            <a:avLst/>
            <a:gdLst/>
            <a:ahLst/>
            <a:cxnLst/>
            <a:rect l="l" t="t" r="r" b="b"/>
            <a:pathLst>
              <a:path w="2307253" h="2583953">
                <a:moveTo>
                  <a:pt x="0" y="0"/>
                </a:moveTo>
                <a:lnTo>
                  <a:pt x="2307253" y="0"/>
                </a:lnTo>
                <a:lnTo>
                  <a:pt x="2307253" y="2583953"/>
                </a:lnTo>
                <a:lnTo>
                  <a:pt x="0" y="258395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C8393A0-5BB3-1BB1-A0E2-B2BB139F311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48257" y="2439741"/>
            <a:ext cx="12323668" cy="711189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4" name="Picture 3" descr="A logo with blue and orange text&#10;&#10;Description automatically generated">
            <a:extLst>
              <a:ext uri="{FF2B5EF4-FFF2-40B4-BE49-F238E27FC236}">
                <a16:creationId xmlns:a16="http://schemas.microsoft.com/office/drawing/2014/main" id="{E1505650-FC38-96F4-AA7C-67B45D53370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1000" y="211592"/>
            <a:ext cx="2209800" cy="2352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425190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620F95-641A-9570-499B-F7D32F9FF8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E810B3B0-E036-9235-3973-512242A11ADE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A9CE58E2-B720-BA0A-287E-54403A7C58A0}"/>
              </a:ext>
            </a:extLst>
          </p:cNvPr>
          <p:cNvSpPr/>
          <p:nvPr/>
        </p:nvSpPr>
        <p:spPr>
          <a:xfrm>
            <a:off x="12625445" y="-279064"/>
            <a:ext cx="2571635" cy="1983442"/>
          </a:xfrm>
          <a:custGeom>
            <a:avLst/>
            <a:gdLst/>
            <a:ahLst/>
            <a:cxnLst/>
            <a:rect l="l" t="t" r="r" b="b"/>
            <a:pathLst>
              <a:path w="2571635" h="1983442">
                <a:moveTo>
                  <a:pt x="0" y="0"/>
                </a:moveTo>
                <a:lnTo>
                  <a:pt x="2571635" y="0"/>
                </a:lnTo>
                <a:lnTo>
                  <a:pt x="2571635" y="1983442"/>
                </a:lnTo>
                <a:lnTo>
                  <a:pt x="0" y="198344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59EB7140-A44A-BB2A-D275-6C42C8A65984}"/>
              </a:ext>
            </a:extLst>
          </p:cNvPr>
          <p:cNvSpPr/>
          <p:nvPr/>
        </p:nvSpPr>
        <p:spPr>
          <a:xfrm>
            <a:off x="-265841" y="-279064"/>
            <a:ext cx="2571635" cy="1983442"/>
          </a:xfrm>
          <a:custGeom>
            <a:avLst/>
            <a:gdLst/>
            <a:ahLst/>
            <a:cxnLst/>
            <a:rect l="l" t="t" r="r" b="b"/>
            <a:pathLst>
              <a:path w="2571635" h="1983442">
                <a:moveTo>
                  <a:pt x="0" y="0"/>
                </a:moveTo>
                <a:lnTo>
                  <a:pt x="2571635" y="0"/>
                </a:lnTo>
                <a:lnTo>
                  <a:pt x="2571635" y="1983442"/>
                </a:lnTo>
                <a:lnTo>
                  <a:pt x="0" y="198344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4B4D9234-42BB-7974-3B24-2EC9B2E438BF}"/>
              </a:ext>
            </a:extLst>
          </p:cNvPr>
          <p:cNvSpPr/>
          <p:nvPr/>
        </p:nvSpPr>
        <p:spPr>
          <a:xfrm>
            <a:off x="1882707" y="-279064"/>
            <a:ext cx="2571635" cy="1983442"/>
          </a:xfrm>
          <a:custGeom>
            <a:avLst/>
            <a:gdLst/>
            <a:ahLst/>
            <a:cxnLst/>
            <a:rect l="l" t="t" r="r" b="b"/>
            <a:pathLst>
              <a:path w="2571635" h="1983442">
                <a:moveTo>
                  <a:pt x="0" y="0"/>
                </a:moveTo>
                <a:lnTo>
                  <a:pt x="2571635" y="0"/>
                </a:lnTo>
                <a:lnTo>
                  <a:pt x="2571635" y="1983442"/>
                </a:lnTo>
                <a:lnTo>
                  <a:pt x="0" y="198344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487922EF-DBF4-564D-6D33-0AA1D4BAD6D2}"/>
              </a:ext>
            </a:extLst>
          </p:cNvPr>
          <p:cNvSpPr/>
          <p:nvPr/>
        </p:nvSpPr>
        <p:spPr>
          <a:xfrm>
            <a:off x="4031255" y="-279064"/>
            <a:ext cx="2571635" cy="1983442"/>
          </a:xfrm>
          <a:custGeom>
            <a:avLst/>
            <a:gdLst/>
            <a:ahLst/>
            <a:cxnLst/>
            <a:rect l="l" t="t" r="r" b="b"/>
            <a:pathLst>
              <a:path w="2571635" h="1983442">
                <a:moveTo>
                  <a:pt x="0" y="0"/>
                </a:moveTo>
                <a:lnTo>
                  <a:pt x="2571634" y="0"/>
                </a:lnTo>
                <a:lnTo>
                  <a:pt x="2571634" y="1983442"/>
                </a:lnTo>
                <a:lnTo>
                  <a:pt x="0" y="198344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6DA083B8-EAD6-F42D-6D92-E7AC4E53111E}"/>
              </a:ext>
            </a:extLst>
          </p:cNvPr>
          <p:cNvSpPr/>
          <p:nvPr/>
        </p:nvSpPr>
        <p:spPr>
          <a:xfrm>
            <a:off x="6179802" y="-279064"/>
            <a:ext cx="2571635" cy="1983442"/>
          </a:xfrm>
          <a:custGeom>
            <a:avLst/>
            <a:gdLst/>
            <a:ahLst/>
            <a:cxnLst/>
            <a:rect l="l" t="t" r="r" b="b"/>
            <a:pathLst>
              <a:path w="2571635" h="1983442">
                <a:moveTo>
                  <a:pt x="0" y="0"/>
                </a:moveTo>
                <a:lnTo>
                  <a:pt x="2571635" y="0"/>
                </a:lnTo>
                <a:lnTo>
                  <a:pt x="2571635" y="1983442"/>
                </a:lnTo>
                <a:lnTo>
                  <a:pt x="0" y="198344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>
            <a:extLst>
              <a:ext uri="{FF2B5EF4-FFF2-40B4-BE49-F238E27FC236}">
                <a16:creationId xmlns:a16="http://schemas.microsoft.com/office/drawing/2014/main" id="{976E9913-7E45-3ED8-8181-A52E16A06F0E}"/>
              </a:ext>
            </a:extLst>
          </p:cNvPr>
          <p:cNvSpPr/>
          <p:nvPr/>
        </p:nvSpPr>
        <p:spPr>
          <a:xfrm>
            <a:off x="8328350" y="-279064"/>
            <a:ext cx="2571635" cy="1983442"/>
          </a:xfrm>
          <a:custGeom>
            <a:avLst/>
            <a:gdLst/>
            <a:ahLst/>
            <a:cxnLst/>
            <a:rect l="l" t="t" r="r" b="b"/>
            <a:pathLst>
              <a:path w="2571635" h="1983442">
                <a:moveTo>
                  <a:pt x="0" y="0"/>
                </a:moveTo>
                <a:lnTo>
                  <a:pt x="2571635" y="0"/>
                </a:lnTo>
                <a:lnTo>
                  <a:pt x="2571635" y="1983442"/>
                </a:lnTo>
                <a:lnTo>
                  <a:pt x="0" y="198344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>
            <a:extLst>
              <a:ext uri="{FF2B5EF4-FFF2-40B4-BE49-F238E27FC236}">
                <a16:creationId xmlns:a16="http://schemas.microsoft.com/office/drawing/2014/main" id="{94B1721C-CA3D-C73B-EB80-D389AF2D01D9}"/>
              </a:ext>
            </a:extLst>
          </p:cNvPr>
          <p:cNvSpPr/>
          <p:nvPr/>
        </p:nvSpPr>
        <p:spPr>
          <a:xfrm>
            <a:off x="10476898" y="-279064"/>
            <a:ext cx="2571635" cy="1983442"/>
          </a:xfrm>
          <a:custGeom>
            <a:avLst/>
            <a:gdLst/>
            <a:ahLst/>
            <a:cxnLst/>
            <a:rect l="l" t="t" r="r" b="b"/>
            <a:pathLst>
              <a:path w="2571635" h="1983442">
                <a:moveTo>
                  <a:pt x="0" y="0"/>
                </a:moveTo>
                <a:lnTo>
                  <a:pt x="2571635" y="0"/>
                </a:lnTo>
                <a:lnTo>
                  <a:pt x="2571635" y="1983442"/>
                </a:lnTo>
                <a:lnTo>
                  <a:pt x="0" y="198344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>
            <a:extLst>
              <a:ext uri="{FF2B5EF4-FFF2-40B4-BE49-F238E27FC236}">
                <a16:creationId xmlns:a16="http://schemas.microsoft.com/office/drawing/2014/main" id="{9AA58E3A-49D3-3B3F-E77C-9F3E3AC9D91D}"/>
              </a:ext>
            </a:extLst>
          </p:cNvPr>
          <p:cNvSpPr/>
          <p:nvPr/>
        </p:nvSpPr>
        <p:spPr>
          <a:xfrm>
            <a:off x="14772558" y="-279064"/>
            <a:ext cx="2571635" cy="1983442"/>
          </a:xfrm>
          <a:custGeom>
            <a:avLst/>
            <a:gdLst/>
            <a:ahLst/>
            <a:cxnLst/>
            <a:rect l="l" t="t" r="r" b="b"/>
            <a:pathLst>
              <a:path w="2571635" h="1983442">
                <a:moveTo>
                  <a:pt x="0" y="0"/>
                </a:moveTo>
                <a:lnTo>
                  <a:pt x="2571634" y="0"/>
                </a:lnTo>
                <a:lnTo>
                  <a:pt x="2571634" y="1983442"/>
                </a:lnTo>
                <a:lnTo>
                  <a:pt x="0" y="198344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>
            <a:extLst>
              <a:ext uri="{FF2B5EF4-FFF2-40B4-BE49-F238E27FC236}">
                <a16:creationId xmlns:a16="http://schemas.microsoft.com/office/drawing/2014/main" id="{BF11B15A-393B-0A7C-7399-CD96C8C51833}"/>
              </a:ext>
            </a:extLst>
          </p:cNvPr>
          <p:cNvSpPr/>
          <p:nvPr/>
        </p:nvSpPr>
        <p:spPr>
          <a:xfrm>
            <a:off x="16919670" y="-279064"/>
            <a:ext cx="2571635" cy="1983442"/>
          </a:xfrm>
          <a:custGeom>
            <a:avLst/>
            <a:gdLst/>
            <a:ahLst/>
            <a:cxnLst/>
            <a:rect l="l" t="t" r="r" b="b"/>
            <a:pathLst>
              <a:path w="2571635" h="1983442">
                <a:moveTo>
                  <a:pt x="0" y="0"/>
                </a:moveTo>
                <a:lnTo>
                  <a:pt x="2571635" y="0"/>
                </a:lnTo>
                <a:lnTo>
                  <a:pt x="2571635" y="1983442"/>
                </a:lnTo>
                <a:lnTo>
                  <a:pt x="0" y="198344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26" name="Freeform 26">
            <a:extLst>
              <a:ext uri="{FF2B5EF4-FFF2-40B4-BE49-F238E27FC236}">
                <a16:creationId xmlns:a16="http://schemas.microsoft.com/office/drawing/2014/main" id="{A324ADC0-FB44-6CF2-158C-2BE70872AC45}"/>
              </a:ext>
            </a:extLst>
          </p:cNvPr>
          <p:cNvSpPr/>
          <p:nvPr/>
        </p:nvSpPr>
        <p:spPr>
          <a:xfrm>
            <a:off x="15114387" y="854752"/>
            <a:ext cx="2307253" cy="2583953"/>
          </a:xfrm>
          <a:custGeom>
            <a:avLst/>
            <a:gdLst/>
            <a:ahLst/>
            <a:cxnLst/>
            <a:rect l="l" t="t" r="r" b="b"/>
            <a:pathLst>
              <a:path w="2307253" h="2583953">
                <a:moveTo>
                  <a:pt x="0" y="0"/>
                </a:moveTo>
                <a:lnTo>
                  <a:pt x="2307253" y="0"/>
                </a:lnTo>
                <a:lnTo>
                  <a:pt x="2307253" y="2583953"/>
                </a:lnTo>
                <a:lnTo>
                  <a:pt x="0" y="258395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71D2251-2052-14E2-33E8-AC13D0A5338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83257" y="1979978"/>
            <a:ext cx="10134951" cy="694858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5" name="Picture 4" descr="A logo with blue and orange text&#10;&#10;Description automatically generated">
            <a:extLst>
              <a:ext uri="{FF2B5EF4-FFF2-40B4-BE49-F238E27FC236}">
                <a16:creationId xmlns:a16="http://schemas.microsoft.com/office/drawing/2014/main" id="{401D5CE0-2A82-A5F4-7295-1D1AB2681C5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1000" y="211592"/>
            <a:ext cx="2209800" cy="2352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370755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3BFC1C-939C-4513-C6F4-DD98B33F3E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ADC69220-1E6B-512A-D43F-32B31F30262E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FEF4FABC-36D5-2E2B-D3E4-4F94CAB9CCD9}"/>
              </a:ext>
            </a:extLst>
          </p:cNvPr>
          <p:cNvSpPr/>
          <p:nvPr/>
        </p:nvSpPr>
        <p:spPr>
          <a:xfrm>
            <a:off x="12625445" y="-279064"/>
            <a:ext cx="2571635" cy="1983442"/>
          </a:xfrm>
          <a:custGeom>
            <a:avLst/>
            <a:gdLst/>
            <a:ahLst/>
            <a:cxnLst/>
            <a:rect l="l" t="t" r="r" b="b"/>
            <a:pathLst>
              <a:path w="2571635" h="1983442">
                <a:moveTo>
                  <a:pt x="0" y="0"/>
                </a:moveTo>
                <a:lnTo>
                  <a:pt x="2571635" y="0"/>
                </a:lnTo>
                <a:lnTo>
                  <a:pt x="2571635" y="1983442"/>
                </a:lnTo>
                <a:lnTo>
                  <a:pt x="0" y="198344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18FCBDAC-4A6B-0FA6-F35A-B428BDC6DE9A}"/>
              </a:ext>
            </a:extLst>
          </p:cNvPr>
          <p:cNvSpPr/>
          <p:nvPr/>
        </p:nvSpPr>
        <p:spPr>
          <a:xfrm>
            <a:off x="-265841" y="-279064"/>
            <a:ext cx="2571635" cy="1983442"/>
          </a:xfrm>
          <a:custGeom>
            <a:avLst/>
            <a:gdLst/>
            <a:ahLst/>
            <a:cxnLst/>
            <a:rect l="l" t="t" r="r" b="b"/>
            <a:pathLst>
              <a:path w="2571635" h="1983442">
                <a:moveTo>
                  <a:pt x="0" y="0"/>
                </a:moveTo>
                <a:lnTo>
                  <a:pt x="2571635" y="0"/>
                </a:lnTo>
                <a:lnTo>
                  <a:pt x="2571635" y="1983442"/>
                </a:lnTo>
                <a:lnTo>
                  <a:pt x="0" y="198344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44AAF1D6-55FE-383D-F086-B14A0C2F0009}"/>
              </a:ext>
            </a:extLst>
          </p:cNvPr>
          <p:cNvSpPr/>
          <p:nvPr/>
        </p:nvSpPr>
        <p:spPr>
          <a:xfrm>
            <a:off x="1882707" y="-279064"/>
            <a:ext cx="2571635" cy="1983442"/>
          </a:xfrm>
          <a:custGeom>
            <a:avLst/>
            <a:gdLst/>
            <a:ahLst/>
            <a:cxnLst/>
            <a:rect l="l" t="t" r="r" b="b"/>
            <a:pathLst>
              <a:path w="2571635" h="1983442">
                <a:moveTo>
                  <a:pt x="0" y="0"/>
                </a:moveTo>
                <a:lnTo>
                  <a:pt x="2571635" y="0"/>
                </a:lnTo>
                <a:lnTo>
                  <a:pt x="2571635" y="1983442"/>
                </a:lnTo>
                <a:lnTo>
                  <a:pt x="0" y="198344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9F1F4DE9-B552-838D-F1F6-2C006F4F6DED}"/>
              </a:ext>
            </a:extLst>
          </p:cNvPr>
          <p:cNvSpPr/>
          <p:nvPr/>
        </p:nvSpPr>
        <p:spPr>
          <a:xfrm>
            <a:off x="4031255" y="-279064"/>
            <a:ext cx="2571635" cy="1983442"/>
          </a:xfrm>
          <a:custGeom>
            <a:avLst/>
            <a:gdLst/>
            <a:ahLst/>
            <a:cxnLst/>
            <a:rect l="l" t="t" r="r" b="b"/>
            <a:pathLst>
              <a:path w="2571635" h="1983442">
                <a:moveTo>
                  <a:pt x="0" y="0"/>
                </a:moveTo>
                <a:lnTo>
                  <a:pt x="2571634" y="0"/>
                </a:lnTo>
                <a:lnTo>
                  <a:pt x="2571634" y="1983442"/>
                </a:lnTo>
                <a:lnTo>
                  <a:pt x="0" y="198344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37304936-6C4D-4EBC-30F2-856EC45CD9C9}"/>
              </a:ext>
            </a:extLst>
          </p:cNvPr>
          <p:cNvSpPr/>
          <p:nvPr/>
        </p:nvSpPr>
        <p:spPr>
          <a:xfrm>
            <a:off x="6179802" y="-279064"/>
            <a:ext cx="2571635" cy="1983442"/>
          </a:xfrm>
          <a:custGeom>
            <a:avLst/>
            <a:gdLst/>
            <a:ahLst/>
            <a:cxnLst/>
            <a:rect l="l" t="t" r="r" b="b"/>
            <a:pathLst>
              <a:path w="2571635" h="1983442">
                <a:moveTo>
                  <a:pt x="0" y="0"/>
                </a:moveTo>
                <a:lnTo>
                  <a:pt x="2571635" y="0"/>
                </a:lnTo>
                <a:lnTo>
                  <a:pt x="2571635" y="1983442"/>
                </a:lnTo>
                <a:lnTo>
                  <a:pt x="0" y="198344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>
            <a:extLst>
              <a:ext uri="{FF2B5EF4-FFF2-40B4-BE49-F238E27FC236}">
                <a16:creationId xmlns:a16="http://schemas.microsoft.com/office/drawing/2014/main" id="{B01D9382-79B0-8B54-D2DC-263BC5D56DDA}"/>
              </a:ext>
            </a:extLst>
          </p:cNvPr>
          <p:cNvSpPr/>
          <p:nvPr/>
        </p:nvSpPr>
        <p:spPr>
          <a:xfrm>
            <a:off x="8328350" y="-279064"/>
            <a:ext cx="2571635" cy="1983442"/>
          </a:xfrm>
          <a:custGeom>
            <a:avLst/>
            <a:gdLst/>
            <a:ahLst/>
            <a:cxnLst/>
            <a:rect l="l" t="t" r="r" b="b"/>
            <a:pathLst>
              <a:path w="2571635" h="1983442">
                <a:moveTo>
                  <a:pt x="0" y="0"/>
                </a:moveTo>
                <a:lnTo>
                  <a:pt x="2571635" y="0"/>
                </a:lnTo>
                <a:lnTo>
                  <a:pt x="2571635" y="1983442"/>
                </a:lnTo>
                <a:lnTo>
                  <a:pt x="0" y="198344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>
            <a:extLst>
              <a:ext uri="{FF2B5EF4-FFF2-40B4-BE49-F238E27FC236}">
                <a16:creationId xmlns:a16="http://schemas.microsoft.com/office/drawing/2014/main" id="{B12F0D23-E374-97F1-DB0C-FE0A2B0F6FAC}"/>
              </a:ext>
            </a:extLst>
          </p:cNvPr>
          <p:cNvSpPr/>
          <p:nvPr/>
        </p:nvSpPr>
        <p:spPr>
          <a:xfrm>
            <a:off x="10476898" y="-279064"/>
            <a:ext cx="2571635" cy="1983442"/>
          </a:xfrm>
          <a:custGeom>
            <a:avLst/>
            <a:gdLst/>
            <a:ahLst/>
            <a:cxnLst/>
            <a:rect l="l" t="t" r="r" b="b"/>
            <a:pathLst>
              <a:path w="2571635" h="1983442">
                <a:moveTo>
                  <a:pt x="0" y="0"/>
                </a:moveTo>
                <a:lnTo>
                  <a:pt x="2571635" y="0"/>
                </a:lnTo>
                <a:lnTo>
                  <a:pt x="2571635" y="1983442"/>
                </a:lnTo>
                <a:lnTo>
                  <a:pt x="0" y="198344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>
            <a:extLst>
              <a:ext uri="{FF2B5EF4-FFF2-40B4-BE49-F238E27FC236}">
                <a16:creationId xmlns:a16="http://schemas.microsoft.com/office/drawing/2014/main" id="{222BA459-C118-47CC-101F-0BD47A6FA61F}"/>
              </a:ext>
            </a:extLst>
          </p:cNvPr>
          <p:cNvSpPr/>
          <p:nvPr/>
        </p:nvSpPr>
        <p:spPr>
          <a:xfrm>
            <a:off x="14772558" y="-279064"/>
            <a:ext cx="2571635" cy="1983442"/>
          </a:xfrm>
          <a:custGeom>
            <a:avLst/>
            <a:gdLst/>
            <a:ahLst/>
            <a:cxnLst/>
            <a:rect l="l" t="t" r="r" b="b"/>
            <a:pathLst>
              <a:path w="2571635" h="1983442">
                <a:moveTo>
                  <a:pt x="0" y="0"/>
                </a:moveTo>
                <a:lnTo>
                  <a:pt x="2571634" y="0"/>
                </a:lnTo>
                <a:lnTo>
                  <a:pt x="2571634" y="1983442"/>
                </a:lnTo>
                <a:lnTo>
                  <a:pt x="0" y="198344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>
            <a:extLst>
              <a:ext uri="{FF2B5EF4-FFF2-40B4-BE49-F238E27FC236}">
                <a16:creationId xmlns:a16="http://schemas.microsoft.com/office/drawing/2014/main" id="{0FC06C36-156A-E27A-7C42-6272A976FFF5}"/>
              </a:ext>
            </a:extLst>
          </p:cNvPr>
          <p:cNvSpPr/>
          <p:nvPr/>
        </p:nvSpPr>
        <p:spPr>
          <a:xfrm>
            <a:off x="16919670" y="-279064"/>
            <a:ext cx="2571635" cy="1983442"/>
          </a:xfrm>
          <a:custGeom>
            <a:avLst/>
            <a:gdLst/>
            <a:ahLst/>
            <a:cxnLst/>
            <a:rect l="l" t="t" r="r" b="b"/>
            <a:pathLst>
              <a:path w="2571635" h="1983442">
                <a:moveTo>
                  <a:pt x="0" y="0"/>
                </a:moveTo>
                <a:lnTo>
                  <a:pt x="2571635" y="0"/>
                </a:lnTo>
                <a:lnTo>
                  <a:pt x="2571635" y="1983442"/>
                </a:lnTo>
                <a:lnTo>
                  <a:pt x="0" y="198344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26" name="Freeform 26">
            <a:extLst>
              <a:ext uri="{FF2B5EF4-FFF2-40B4-BE49-F238E27FC236}">
                <a16:creationId xmlns:a16="http://schemas.microsoft.com/office/drawing/2014/main" id="{B5ADEDBF-B60C-9FE9-6F42-BC4AC4D35A3F}"/>
              </a:ext>
            </a:extLst>
          </p:cNvPr>
          <p:cNvSpPr/>
          <p:nvPr/>
        </p:nvSpPr>
        <p:spPr>
          <a:xfrm>
            <a:off x="15114387" y="854752"/>
            <a:ext cx="2307253" cy="2583953"/>
          </a:xfrm>
          <a:custGeom>
            <a:avLst/>
            <a:gdLst/>
            <a:ahLst/>
            <a:cxnLst/>
            <a:rect l="l" t="t" r="r" b="b"/>
            <a:pathLst>
              <a:path w="2307253" h="2583953">
                <a:moveTo>
                  <a:pt x="0" y="0"/>
                </a:moveTo>
                <a:lnTo>
                  <a:pt x="2307253" y="0"/>
                </a:lnTo>
                <a:lnTo>
                  <a:pt x="2307253" y="2583953"/>
                </a:lnTo>
                <a:lnTo>
                  <a:pt x="0" y="258395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A90C316-702C-602B-8380-2FB436515AD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50866" y="1257300"/>
            <a:ext cx="8529326" cy="8333249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pic>
        <p:nvPicPr>
          <p:cNvPr id="4" name="Picture 3" descr="A logo with blue and orange text&#10;&#10;Description automatically generated">
            <a:extLst>
              <a:ext uri="{FF2B5EF4-FFF2-40B4-BE49-F238E27FC236}">
                <a16:creationId xmlns:a16="http://schemas.microsoft.com/office/drawing/2014/main" id="{D0B0C930-4A59-A45C-3FBA-B403C50D516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1000" y="211592"/>
            <a:ext cx="2209800" cy="2352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148992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795" y="-13696"/>
            <a:ext cx="18181765" cy="3526406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38888" b="-38888"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2625445" y="-279064"/>
            <a:ext cx="2571635" cy="1983442"/>
          </a:xfrm>
          <a:custGeom>
            <a:avLst/>
            <a:gdLst/>
            <a:ahLst/>
            <a:cxnLst/>
            <a:rect l="l" t="t" r="r" b="b"/>
            <a:pathLst>
              <a:path w="2571635" h="1983442">
                <a:moveTo>
                  <a:pt x="0" y="0"/>
                </a:moveTo>
                <a:lnTo>
                  <a:pt x="2571635" y="0"/>
                </a:lnTo>
                <a:lnTo>
                  <a:pt x="2571635" y="1983442"/>
                </a:lnTo>
                <a:lnTo>
                  <a:pt x="0" y="198344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-265841" y="-279064"/>
            <a:ext cx="2571635" cy="1983442"/>
          </a:xfrm>
          <a:custGeom>
            <a:avLst/>
            <a:gdLst/>
            <a:ahLst/>
            <a:cxnLst/>
            <a:rect l="l" t="t" r="r" b="b"/>
            <a:pathLst>
              <a:path w="2571635" h="1983442">
                <a:moveTo>
                  <a:pt x="0" y="0"/>
                </a:moveTo>
                <a:lnTo>
                  <a:pt x="2571635" y="0"/>
                </a:lnTo>
                <a:lnTo>
                  <a:pt x="2571635" y="1983442"/>
                </a:lnTo>
                <a:lnTo>
                  <a:pt x="0" y="198344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882707" y="-279064"/>
            <a:ext cx="2571635" cy="1983442"/>
          </a:xfrm>
          <a:custGeom>
            <a:avLst/>
            <a:gdLst/>
            <a:ahLst/>
            <a:cxnLst/>
            <a:rect l="l" t="t" r="r" b="b"/>
            <a:pathLst>
              <a:path w="2571635" h="1983442">
                <a:moveTo>
                  <a:pt x="0" y="0"/>
                </a:moveTo>
                <a:lnTo>
                  <a:pt x="2571635" y="0"/>
                </a:lnTo>
                <a:lnTo>
                  <a:pt x="2571635" y="1983442"/>
                </a:lnTo>
                <a:lnTo>
                  <a:pt x="0" y="198344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4031255" y="-279064"/>
            <a:ext cx="2571635" cy="1983442"/>
          </a:xfrm>
          <a:custGeom>
            <a:avLst/>
            <a:gdLst/>
            <a:ahLst/>
            <a:cxnLst/>
            <a:rect l="l" t="t" r="r" b="b"/>
            <a:pathLst>
              <a:path w="2571635" h="1983442">
                <a:moveTo>
                  <a:pt x="0" y="0"/>
                </a:moveTo>
                <a:lnTo>
                  <a:pt x="2571634" y="0"/>
                </a:lnTo>
                <a:lnTo>
                  <a:pt x="2571634" y="1983442"/>
                </a:lnTo>
                <a:lnTo>
                  <a:pt x="0" y="198344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6179802" y="-279064"/>
            <a:ext cx="2571635" cy="1983442"/>
          </a:xfrm>
          <a:custGeom>
            <a:avLst/>
            <a:gdLst/>
            <a:ahLst/>
            <a:cxnLst/>
            <a:rect l="l" t="t" r="r" b="b"/>
            <a:pathLst>
              <a:path w="2571635" h="1983442">
                <a:moveTo>
                  <a:pt x="0" y="0"/>
                </a:moveTo>
                <a:lnTo>
                  <a:pt x="2571635" y="0"/>
                </a:lnTo>
                <a:lnTo>
                  <a:pt x="2571635" y="1983442"/>
                </a:lnTo>
                <a:lnTo>
                  <a:pt x="0" y="198344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8328350" y="-279064"/>
            <a:ext cx="2571635" cy="1983442"/>
          </a:xfrm>
          <a:custGeom>
            <a:avLst/>
            <a:gdLst/>
            <a:ahLst/>
            <a:cxnLst/>
            <a:rect l="l" t="t" r="r" b="b"/>
            <a:pathLst>
              <a:path w="2571635" h="1983442">
                <a:moveTo>
                  <a:pt x="0" y="0"/>
                </a:moveTo>
                <a:lnTo>
                  <a:pt x="2571635" y="0"/>
                </a:lnTo>
                <a:lnTo>
                  <a:pt x="2571635" y="1983442"/>
                </a:lnTo>
                <a:lnTo>
                  <a:pt x="0" y="198344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10476898" y="-279064"/>
            <a:ext cx="2571635" cy="1983442"/>
          </a:xfrm>
          <a:custGeom>
            <a:avLst/>
            <a:gdLst/>
            <a:ahLst/>
            <a:cxnLst/>
            <a:rect l="l" t="t" r="r" b="b"/>
            <a:pathLst>
              <a:path w="2571635" h="1983442">
                <a:moveTo>
                  <a:pt x="0" y="0"/>
                </a:moveTo>
                <a:lnTo>
                  <a:pt x="2571635" y="0"/>
                </a:lnTo>
                <a:lnTo>
                  <a:pt x="2571635" y="1983442"/>
                </a:lnTo>
                <a:lnTo>
                  <a:pt x="0" y="198344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14772558" y="-279064"/>
            <a:ext cx="2571635" cy="1983442"/>
          </a:xfrm>
          <a:custGeom>
            <a:avLst/>
            <a:gdLst/>
            <a:ahLst/>
            <a:cxnLst/>
            <a:rect l="l" t="t" r="r" b="b"/>
            <a:pathLst>
              <a:path w="2571635" h="1983442">
                <a:moveTo>
                  <a:pt x="0" y="0"/>
                </a:moveTo>
                <a:lnTo>
                  <a:pt x="2571634" y="0"/>
                </a:lnTo>
                <a:lnTo>
                  <a:pt x="2571634" y="1983442"/>
                </a:lnTo>
                <a:lnTo>
                  <a:pt x="0" y="198344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16919670" y="-279064"/>
            <a:ext cx="2571635" cy="1983442"/>
          </a:xfrm>
          <a:custGeom>
            <a:avLst/>
            <a:gdLst/>
            <a:ahLst/>
            <a:cxnLst/>
            <a:rect l="l" t="t" r="r" b="b"/>
            <a:pathLst>
              <a:path w="2571635" h="1983442">
                <a:moveTo>
                  <a:pt x="0" y="0"/>
                </a:moveTo>
                <a:lnTo>
                  <a:pt x="2571635" y="0"/>
                </a:lnTo>
                <a:lnTo>
                  <a:pt x="2571635" y="1983442"/>
                </a:lnTo>
                <a:lnTo>
                  <a:pt x="0" y="198344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9" name="TextBox 19"/>
          <p:cNvSpPr txBox="1"/>
          <p:nvPr/>
        </p:nvSpPr>
        <p:spPr>
          <a:xfrm>
            <a:off x="5239469" y="1572901"/>
            <a:ext cx="7108291" cy="2443687"/>
          </a:xfrm>
          <a:prstGeom prst="rect">
            <a:avLst/>
          </a:prstGeom>
        </p:spPr>
        <p:txBody>
          <a:bodyPr lIns="42364" tIns="42364" rIns="42364" bIns="42364" rtlCol="0" anchor="ctr"/>
          <a:lstStyle/>
          <a:p>
            <a:pPr algn="ctr">
              <a:lnSpc>
                <a:spcPts val="2660"/>
              </a:lnSpc>
              <a:spcBef>
                <a:spcPct val="0"/>
              </a:spcBef>
            </a:pPr>
            <a:endParaRPr/>
          </a:p>
        </p:txBody>
      </p:sp>
      <p:sp>
        <p:nvSpPr>
          <p:cNvPr id="22" name="TextBox 22"/>
          <p:cNvSpPr txBox="1"/>
          <p:nvPr/>
        </p:nvSpPr>
        <p:spPr>
          <a:xfrm>
            <a:off x="4169523" y="2413490"/>
            <a:ext cx="9486140" cy="12409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009"/>
              </a:lnSpc>
            </a:pPr>
            <a:r>
              <a:rPr lang="en-US" sz="9900">
                <a:solidFill>
                  <a:srgbClr val="663312"/>
                </a:solidFill>
                <a:latin typeface="Modak"/>
                <a:ea typeface="Modak"/>
                <a:cs typeface="Modak"/>
                <a:sym typeface="Modak"/>
              </a:rPr>
              <a:t>The winner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3817AD94-AA11-6990-39B3-E1C6F4D4E6D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8"/>
              </a:ext>
            </a:extLst>
          </a:blip>
          <a:stretch>
            <a:fillRect/>
          </a:stretch>
        </p:blipFill>
        <p:spPr>
          <a:xfrm>
            <a:off x="716440" y="3654407"/>
            <a:ext cx="5886450" cy="5229225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8194" name="Picture 2" descr="Happy Birthday Dance GIF - Happy Birthday Dance - Discover &amp; Share GIFs">
            <a:extLst>
              <a:ext uri="{FF2B5EF4-FFF2-40B4-BE49-F238E27FC236}">
                <a16:creationId xmlns:a16="http://schemas.microsoft.com/office/drawing/2014/main" id="{C8A21181-9AF3-3C15-298B-6FF76CDC9A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3792200" y="6057900"/>
            <a:ext cx="4267200" cy="3867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52288F88-7966-7078-6F15-F50FADA45E1C}"/>
              </a:ext>
            </a:extLst>
          </p:cNvPr>
          <p:cNvPicPr/>
          <p:nvPr/>
        </p:nvPicPr>
        <p:blipFill>
          <a:blip r:embed="rId10"/>
          <a:stretch>
            <a:fillRect/>
          </a:stretch>
        </p:blipFill>
        <p:spPr>
          <a:xfrm>
            <a:off x="852232" y="1572901"/>
            <a:ext cx="4269740" cy="37338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891FEF82-EAA0-DB22-0C60-3B217325F226}"/>
              </a:ext>
            </a:extLst>
          </p:cNvPr>
          <p:cNvPicPr/>
          <p:nvPr/>
        </p:nvPicPr>
        <p:blipFill>
          <a:blip r:embed="rId10"/>
          <a:stretch>
            <a:fillRect/>
          </a:stretch>
        </p:blipFill>
        <p:spPr>
          <a:xfrm>
            <a:off x="6602890" y="4889226"/>
            <a:ext cx="4269740" cy="37338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02ABB837-212D-525B-8F61-8EE03CBF07F2}"/>
              </a:ext>
            </a:extLst>
          </p:cNvPr>
          <p:cNvPicPr/>
          <p:nvPr/>
        </p:nvPicPr>
        <p:blipFill>
          <a:blip r:embed="rId10"/>
          <a:stretch>
            <a:fillRect/>
          </a:stretch>
        </p:blipFill>
        <p:spPr>
          <a:xfrm>
            <a:off x="11520793" y="4260422"/>
            <a:ext cx="4269740" cy="37338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E0444CE0-1BE4-39A0-717A-D4493F87C90C}"/>
              </a:ext>
            </a:extLst>
          </p:cNvPr>
          <p:cNvPicPr/>
          <p:nvPr/>
        </p:nvPicPr>
        <p:blipFill>
          <a:blip r:embed="rId10"/>
          <a:stretch>
            <a:fillRect/>
          </a:stretch>
        </p:blipFill>
        <p:spPr>
          <a:xfrm>
            <a:off x="10520357" y="1409700"/>
            <a:ext cx="4269740" cy="37338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" name="winning-218995 (1)">
            <a:hlinkClick r:id="" action="ppaction://media"/>
            <a:extLst>
              <a:ext uri="{FF2B5EF4-FFF2-40B4-BE49-F238E27FC236}">
                <a16:creationId xmlns:a16="http://schemas.microsoft.com/office/drawing/2014/main" id="{3F8015B1-D1E4-5D97-6393-99A57E25500C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1"/>
          <a:stretch>
            <a:fillRect/>
          </a:stretch>
        </p:blipFill>
        <p:spPr>
          <a:xfrm>
            <a:off x="2789555" y="1852295"/>
            <a:ext cx="730250" cy="730250"/>
          </a:xfrm>
          <a:prstGeom prst="rect">
            <a:avLst/>
          </a:prstGeom>
        </p:spPr>
      </p:pic>
      <p:pic>
        <p:nvPicPr>
          <p:cNvPr id="5" name="Picture 4" descr="A logo with blue and orange text&#10;&#10;Description automatically generated">
            <a:extLst>
              <a:ext uri="{FF2B5EF4-FFF2-40B4-BE49-F238E27FC236}">
                <a16:creationId xmlns:a16="http://schemas.microsoft.com/office/drawing/2014/main" id="{2A729AFA-920A-2C80-8773-D3494D17FF01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81000" y="211592"/>
            <a:ext cx="2209800" cy="23526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5699811" y="-206923"/>
            <a:ext cx="3204098" cy="2471245"/>
          </a:xfrm>
          <a:custGeom>
            <a:avLst/>
            <a:gdLst/>
            <a:ahLst/>
            <a:cxnLst/>
            <a:rect l="l" t="t" r="r" b="b"/>
            <a:pathLst>
              <a:path w="3204098" h="2471245">
                <a:moveTo>
                  <a:pt x="0" y="0"/>
                </a:moveTo>
                <a:lnTo>
                  <a:pt x="3204098" y="0"/>
                </a:lnTo>
                <a:lnTo>
                  <a:pt x="3204098" y="2471246"/>
                </a:lnTo>
                <a:lnTo>
                  <a:pt x="0" y="247124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4900880" y="8379275"/>
            <a:ext cx="4195285" cy="2184822"/>
          </a:xfrm>
          <a:custGeom>
            <a:avLst/>
            <a:gdLst/>
            <a:ahLst/>
            <a:cxnLst/>
            <a:rect l="l" t="t" r="r" b="b"/>
            <a:pathLst>
              <a:path w="4195285" h="2184822">
                <a:moveTo>
                  <a:pt x="0" y="0"/>
                </a:moveTo>
                <a:lnTo>
                  <a:pt x="4195285" y="0"/>
                </a:lnTo>
                <a:lnTo>
                  <a:pt x="4195285" y="2184822"/>
                </a:lnTo>
                <a:lnTo>
                  <a:pt x="0" y="218482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0705595" y="8379275"/>
            <a:ext cx="4195285" cy="2184822"/>
          </a:xfrm>
          <a:custGeom>
            <a:avLst/>
            <a:gdLst/>
            <a:ahLst/>
            <a:cxnLst/>
            <a:rect l="l" t="t" r="r" b="b"/>
            <a:pathLst>
              <a:path w="4195285" h="2184822">
                <a:moveTo>
                  <a:pt x="0" y="0"/>
                </a:moveTo>
                <a:lnTo>
                  <a:pt x="4195285" y="0"/>
                </a:lnTo>
                <a:lnTo>
                  <a:pt x="4195285" y="2184822"/>
                </a:lnTo>
                <a:lnTo>
                  <a:pt x="0" y="218482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6510310" y="8379275"/>
            <a:ext cx="4195285" cy="2184822"/>
          </a:xfrm>
          <a:custGeom>
            <a:avLst/>
            <a:gdLst/>
            <a:ahLst/>
            <a:cxnLst/>
            <a:rect l="l" t="t" r="r" b="b"/>
            <a:pathLst>
              <a:path w="4195285" h="2184822">
                <a:moveTo>
                  <a:pt x="0" y="0"/>
                </a:moveTo>
                <a:lnTo>
                  <a:pt x="4195285" y="0"/>
                </a:lnTo>
                <a:lnTo>
                  <a:pt x="4195285" y="2184822"/>
                </a:lnTo>
                <a:lnTo>
                  <a:pt x="0" y="218482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2315025" y="8379275"/>
            <a:ext cx="4195285" cy="2184822"/>
          </a:xfrm>
          <a:custGeom>
            <a:avLst/>
            <a:gdLst/>
            <a:ahLst/>
            <a:cxnLst/>
            <a:rect l="l" t="t" r="r" b="b"/>
            <a:pathLst>
              <a:path w="4195285" h="2184822">
                <a:moveTo>
                  <a:pt x="0" y="0"/>
                </a:moveTo>
                <a:lnTo>
                  <a:pt x="4195285" y="0"/>
                </a:lnTo>
                <a:lnTo>
                  <a:pt x="4195285" y="2184822"/>
                </a:lnTo>
                <a:lnTo>
                  <a:pt x="0" y="218482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-1880260" y="8662669"/>
            <a:ext cx="4195285" cy="2184822"/>
          </a:xfrm>
          <a:custGeom>
            <a:avLst/>
            <a:gdLst/>
            <a:ahLst/>
            <a:cxnLst/>
            <a:rect l="l" t="t" r="r" b="b"/>
            <a:pathLst>
              <a:path w="4195285" h="2184822">
                <a:moveTo>
                  <a:pt x="0" y="0"/>
                </a:moveTo>
                <a:lnTo>
                  <a:pt x="4195285" y="0"/>
                </a:lnTo>
                <a:lnTo>
                  <a:pt x="4195285" y="2184822"/>
                </a:lnTo>
                <a:lnTo>
                  <a:pt x="0" y="218482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-361932" y="-206923"/>
            <a:ext cx="3204098" cy="2471245"/>
          </a:xfrm>
          <a:custGeom>
            <a:avLst/>
            <a:gdLst/>
            <a:ahLst/>
            <a:cxnLst/>
            <a:rect l="l" t="t" r="r" b="b"/>
            <a:pathLst>
              <a:path w="3204098" h="2471245">
                <a:moveTo>
                  <a:pt x="0" y="0"/>
                </a:moveTo>
                <a:lnTo>
                  <a:pt x="3204097" y="0"/>
                </a:lnTo>
                <a:lnTo>
                  <a:pt x="3204097" y="2471246"/>
                </a:lnTo>
                <a:lnTo>
                  <a:pt x="0" y="247124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2315025" y="-206923"/>
            <a:ext cx="3204098" cy="2471245"/>
          </a:xfrm>
          <a:custGeom>
            <a:avLst/>
            <a:gdLst/>
            <a:ahLst/>
            <a:cxnLst/>
            <a:rect l="l" t="t" r="r" b="b"/>
            <a:pathLst>
              <a:path w="3204098" h="2471245">
                <a:moveTo>
                  <a:pt x="0" y="0"/>
                </a:moveTo>
                <a:lnTo>
                  <a:pt x="3204098" y="0"/>
                </a:lnTo>
                <a:lnTo>
                  <a:pt x="3204098" y="2471246"/>
                </a:lnTo>
                <a:lnTo>
                  <a:pt x="0" y="247124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4991982" y="-206923"/>
            <a:ext cx="3204098" cy="2471245"/>
          </a:xfrm>
          <a:custGeom>
            <a:avLst/>
            <a:gdLst/>
            <a:ahLst/>
            <a:cxnLst/>
            <a:rect l="l" t="t" r="r" b="b"/>
            <a:pathLst>
              <a:path w="3204098" h="2471245">
                <a:moveTo>
                  <a:pt x="0" y="0"/>
                </a:moveTo>
                <a:lnTo>
                  <a:pt x="3204098" y="0"/>
                </a:lnTo>
                <a:lnTo>
                  <a:pt x="3204098" y="2471246"/>
                </a:lnTo>
                <a:lnTo>
                  <a:pt x="0" y="247124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7668939" y="-206923"/>
            <a:ext cx="3204098" cy="2471245"/>
          </a:xfrm>
          <a:custGeom>
            <a:avLst/>
            <a:gdLst/>
            <a:ahLst/>
            <a:cxnLst/>
            <a:rect l="l" t="t" r="r" b="b"/>
            <a:pathLst>
              <a:path w="3204098" h="2471245">
                <a:moveTo>
                  <a:pt x="0" y="0"/>
                </a:moveTo>
                <a:lnTo>
                  <a:pt x="3204098" y="0"/>
                </a:lnTo>
                <a:lnTo>
                  <a:pt x="3204098" y="2471246"/>
                </a:lnTo>
                <a:lnTo>
                  <a:pt x="0" y="247124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0345897" y="-206923"/>
            <a:ext cx="3204098" cy="2471245"/>
          </a:xfrm>
          <a:custGeom>
            <a:avLst/>
            <a:gdLst/>
            <a:ahLst/>
            <a:cxnLst/>
            <a:rect l="l" t="t" r="r" b="b"/>
            <a:pathLst>
              <a:path w="3204098" h="2471245">
                <a:moveTo>
                  <a:pt x="0" y="0"/>
                </a:moveTo>
                <a:lnTo>
                  <a:pt x="3204097" y="0"/>
                </a:lnTo>
                <a:lnTo>
                  <a:pt x="3204097" y="2471246"/>
                </a:lnTo>
                <a:lnTo>
                  <a:pt x="0" y="247124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13022854" y="-206923"/>
            <a:ext cx="3204098" cy="2471245"/>
          </a:xfrm>
          <a:custGeom>
            <a:avLst/>
            <a:gdLst/>
            <a:ahLst/>
            <a:cxnLst/>
            <a:rect l="l" t="t" r="r" b="b"/>
            <a:pathLst>
              <a:path w="3204098" h="2471245">
                <a:moveTo>
                  <a:pt x="0" y="0"/>
                </a:moveTo>
                <a:lnTo>
                  <a:pt x="3204097" y="0"/>
                </a:lnTo>
                <a:lnTo>
                  <a:pt x="3204097" y="2471246"/>
                </a:lnTo>
                <a:lnTo>
                  <a:pt x="0" y="247124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4991278" y="3133298"/>
            <a:ext cx="8305445" cy="28826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976"/>
              </a:lnSpc>
            </a:pPr>
            <a:r>
              <a:rPr lang="en-US" sz="19754">
                <a:solidFill>
                  <a:srgbClr val="F9A500"/>
                </a:solidFill>
                <a:latin typeface="Modak"/>
                <a:ea typeface="Modak"/>
                <a:cs typeface="Modak"/>
                <a:sym typeface="Modak"/>
              </a:rPr>
              <a:t>THANK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832604" y="5059419"/>
            <a:ext cx="4999644" cy="26068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976"/>
              </a:lnSpc>
            </a:pPr>
            <a:r>
              <a:rPr lang="en-US" sz="19754">
                <a:solidFill>
                  <a:srgbClr val="663312"/>
                </a:solidFill>
                <a:latin typeface="Modak"/>
                <a:ea typeface="Modak"/>
                <a:cs typeface="Modak"/>
                <a:sym typeface="Modak"/>
              </a:rPr>
              <a:t>YOU</a:t>
            </a:r>
          </a:p>
        </p:txBody>
      </p:sp>
      <p:sp>
        <p:nvSpPr>
          <p:cNvPr id="17" name="Freeform 17"/>
          <p:cNvSpPr/>
          <p:nvPr/>
        </p:nvSpPr>
        <p:spPr>
          <a:xfrm>
            <a:off x="751806" y="3433385"/>
            <a:ext cx="3954252" cy="4272767"/>
          </a:xfrm>
          <a:custGeom>
            <a:avLst/>
            <a:gdLst/>
            <a:ahLst/>
            <a:cxnLst/>
            <a:rect l="l" t="t" r="r" b="b"/>
            <a:pathLst>
              <a:path w="3954252" h="4272767">
                <a:moveTo>
                  <a:pt x="0" y="0"/>
                </a:moveTo>
                <a:lnTo>
                  <a:pt x="3954252" y="0"/>
                </a:lnTo>
                <a:lnTo>
                  <a:pt x="3954252" y="4272767"/>
                </a:lnTo>
                <a:lnTo>
                  <a:pt x="0" y="427276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 flipH="1">
            <a:off x="12943273" y="744064"/>
            <a:ext cx="5513077" cy="3776738"/>
          </a:xfrm>
          <a:custGeom>
            <a:avLst/>
            <a:gdLst/>
            <a:ahLst/>
            <a:cxnLst/>
            <a:rect l="l" t="t" r="r" b="b"/>
            <a:pathLst>
              <a:path w="5513077" h="3776738">
                <a:moveTo>
                  <a:pt x="5513077" y="0"/>
                </a:moveTo>
                <a:lnTo>
                  <a:pt x="0" y="0"/>
                </a:lnTo>
                <a:lnTo>
                  <a:pt x="0" y="3776738"/>
                </a:lnTo>
                <a:lnTo>
                  <a:pt x="5513077" y="3776738"/>
                </a:lnTo>
                <a:lnTo>
                  <a:pt x="5513077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>
            <a:off x="15050717" y="6891809"/>
            <a:ext cx="2378919" cy="3462492"/>
          </a:xfrm>
          <a:custGeom>
            <a:avLst/>
            <a:gdLst/>
            <a:ahLst/>
            <a:cxnLst/>
            <a:rect l="l" t="t" r="r" b="b"/>
            <a:pathLst>
              <a:path w="2378919" h="3462492">
                <a:moveTo>
                  <a:pt x="0" y="0"/>
                </a:moveTo>
                <a:lnTo>
                  <a:pt x="2378919" y="0"/>
                </a:lnTo>
                <a:lnTo>
                  <a:pt x="2378919" y="3462491"/>
                </a:lnTo>
                <a:lnTo>
                  <a:pt x="0" y="3462491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20" name="TextBox 20"/>
          <p:cNvSpPr txBox="1"/>
          <p:nvPr/>
        </p:nvSpPr>
        <p:spPr>
          <a:xfrm>
            <a:off x="7276766" y="7382620"/>
            <a:ext cx="3988445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b="1">
                <a:solidFill>
                  <a:srgbClr val="663312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Foundation 2</a:t>
            </a:r>
          </a:p>
        </p:txBody>
      </p:sp>
      <p:pic>
        <p:nvPicPr>
          <p:cNvPr id="22" name="Picture 21" descr="A logo with blue and orange text&#10;&#10;Description automatically generated">
            <a:extLst>
              <a:ext uri="{FF2B5EF4-FFF2-40B4-BE49-F238E27FC236}">
                <a16:creationId xmlns:a16="http://schemas.microsoft.com/office/drawing/2014/main" id="{55ED17DA-1478-73F8-939C-39591ACFC673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81000" y="211592"/>
            <a:ext cx="2209800" cy="235267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Custom</PresentationFormat>
  <Slides>24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5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Oranye Yellow Playful Cute Illustration Bee Honey Group Project Presentation</dc:title>
  <cp:revision>2</cp:revision>
  <dcterms:created xsi:type="dcterms:W3CDTF">2006-08-16T00:00:00Z</dcterms:created>
  <dcterms:modified xsi:type="dcterms:W3CDTF">2025-06-23T18:15:34Z</dcterms:modified>
  <dc:identifier>DAGY_kF7Oog</dc:identifier>
</cp:coreProperties>
</file>